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61" r:id="rId6"/>
    <p:sldId id="257" r:id="rId7"/>
    <p:sldId id="258" r:id="rId8"/>
    <p:sldId id="259" r:id="rId9"/>
    <p:sldId id="260" r:id="rId10"/>
    <p:sldId id="262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C22E0C"/>
    <a:srgbClr val="FFED00"/>
    <a:srgbClr val="D5D2C2"/>
    <a:srgbClr val="831F82"/>
    <a:srgbClr val="DEDC00"/>
    <a:srgbClr val="00964F"/>
    <a:srgbClr val="009BAC"/>
    <a:srgbClr val="164194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F8FB6-A01C-472B-AC4C-70A4C2D50B53}" v="2" dt="2024-02-06T12:45:52.104"/>
    <p1510:client id="{4412A895-FB4C-416A-93E7-05F13861E398}" v="1" dt="2024-02-07T09:51:05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8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62" y="108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a Weinhold" userId="4a14153a-c6ba-41d6-8e8a-90a9b5448ed3" providerId="ADAL" clId="{9B3EBCAD-B912-4D24-9E29-48B3BF02DFD4}"/>
    <pc:docChg chg="delSld">
      <pc:chgData name="Alisa Weinhold" userId="4a14153a-c6ba-41d6-8e8a-90a9b5448ed3" providerId="ADAL" clId="{9B3EBCAD-B912-4D24-9E29-48B3BF02DFD4}" dt="2024-02-07T09:54:51.874" v="5" actId="6014"/>
      <pc:docMkLst>
        <pc:docMk/>
      </pc:docMkLst>
      <pc:sldChg chg="del">
        <pc:chgData name="Alisa Weinhold" userId="4a14153a-c6ba-41d6-8e8a-90a9b5448ed3" providerId="ADAL" clId="{9B3EBCAD-B912-4D24-9E29-48B3BF02DFD4}" dt="2024-02-07T09:53:17.287" v="0" actId="2696"/>
        <pc:sldMkLst>
          <pc:docMk/>
          <pc:sldMk cId="740308674" sldId="260"/>
        </pc:sldMkLst>
      </pc:sldChg>
      <pc:sldMasterChg chg="modSldLayout">
        <pc:chgData name="Alisa Weinhold" userId="4a14153a-c6ba-41d6-8e8a-90a9b5448ed3" providerId="ADAL" clId="{9B3EBCAD-B912-4D24-9E29-48B3BF02DFD4}" dt="2024-02-07T09:54:51.874" v="5" actId="6014"/>
        <pc:sldMasterMkLst>
          <pc:docMk/>
          <pc:sldMasterMk cId="2055207460" sldId="2147483648"/>
        </pc:sldMasterMkLst>
        <pc:sldLayoutChg chg="mod">
          <pc:chgData name="Alisa Weinhold" userId="4a14153a-c6ba-41d6-8e8a-90a9b5448ed3" providerId="ADAL" clId="{9B3EBCAD-B912-4D24-9E29-48B3BF02DFD4}" dt="2024-02-07T09:53:53.175" v="1" actId="6014"/>
          <pc:sldLayoutMkLst>
            <pc:docMk/>
            <pc:sldMasterMk cId="2055207460" sldId="2147483648"/>
            <pc:sldLayoutMk cId="994938086" sldId="2147483671"/>
          </pc:sldLayoutMkLst>
        </pc:sldLayoutChg>
        <pc:sldLayoutChg chg="mod">
          <pc:chgData name="Alisa Weinhold" userId="4a14153a-c6ba-41d6-8e8a-90a9b5448ed3" providerId="ADAL" clId="{9B3EBCAD-B912-4D24-9E29-48B3BF02DFD4}" dt="2024-02-07T09:54:02.652" v="2" actId="6014"/>
          <pc:sldLayoutMkLst>
            <pc:docMk/>
            <pc:sldMasterMk cId="2055207460" sldId="2147483648"/>
            <pc:sldLayoutMk cId="1752045903" sldId="2147483677"/>
          </pc:sldLayoutMkLst>
        </pc:sldLayoutChg>
        <pc:sldLayoutChg chg="mod">
          <pc:chgData name="Alisa Weinhold" userId="4a14153a-c6ba-41d6-8e8a-90a9b5448ed3" providerId="ADAL" clId="{9B3EBCAD-B912-4D24-9E29-48B3BF02DFD4}" dt="2024-02-07T09:54:09.515" v="3" actId="6014"/>
          <pc:sldLayoutMkLst>
            <pc:docMk/>
            <pc:sldMasterMk cId="2055207460" sldId="2147483648"/>
            <pc:sldLayoutMk cId="3900483066" sldId="2147483681"/>
          </pc:sldLayoutMkLst>
        </pc:sldLayoutChg>
        <pc:sldLayoutChg chg="mod">
          <pc:chgData name="Alisa Weinhold" userId="4a14153a-c6ba-41d6-8e8a-90a9b5448ed3" providerId="ADAL" clId="{9B3EBCAD-B912-4D24-9E29-48B3BF02DFD4}" dt="2024-02-07T09:54:17.340" v="4" actId="6014"/>
          <pc:sldLayoutMkLst>
            <pc:docMk/>
            <pc:sldMasterMk cId="2055207460" sldId="2147483648"/>
            <pc:sldLayoutMk cId="3829570038" sldId="2147483683"/>
          </pc:sldLayoutMkLst>
        </pc:sldLayoutChg>
        <pc:sldLayoutChg chg="mod">
          <pc:chgData name="Alisa Weinhold" userId="4a14153a-c6ba-41d6-8e8a-90a9b5448ed3" providerId="ADAL" clId="{9B3EBCAD-B912-4D24-9E29-48B3BF02DFD4}" dt="2024-02-07T09:54:51.874" v="5" actId="6014"/>
          <pc:sldLayoutMkLst>
            <pc:docMk/>
            <pc:sldMasterMk cId="2055207460" sldId="2147483648"/>
            <pc:sldLayoutMk cId="1082875345" sldId="2147483705"/>
          </pc:sldLayoutMkLst>
        </pc:sldLayoutChg>
      </pc:sldMasterChg>
    </pc:docChg>
  </pc:docChgLst>
  <pc:docChgLst>
    <pc:chgData name="Christian Schmalzl" userId="6b9f0938-7dea-40f1-bacf-9f2f145ff686" providerId="ADAL" clId="{378F8FB6-A01C-472B-AC4C-70A4C2D50B53}"/>
    <pc:docChg chg="undo custSel addSld delSld modSld">
      <pc:chgData name="Christian Schmalzl" userId="6b9f0938-7dea-40f1-bacf-9f2f145ff686" providerId="ADAL" clId="{378F8FB6-A01C-472B-AC4C-70A4C2D50B53}" dt="2024-02-06T12:47:49.976" v="15" actId="680"/>
      <pc:docMkLst>
        <pc:docMk/>
      </pc:docMkLst>
      <pc:sldChg chg="modSp mod">
        <pc:chgData name="Christian Schmalzl" userId="6b9f0938-7dea-40f1-bacf-9f2f145ff686" providerId="ADAL" clId="{378F8FB6-A01C-472B-AC4C-70A4C2D50B53}" dt="2024-02-06T12:25:39.753" v="3" actId="20577"/>
        <pc:sldMkLst>
          <pc:docMk/>
          <pc:sldMk cId="3169017830" sldId="257"/>
        </pc:sldMkLst>
        <pc:spChg chg="mod">
          <ac:chgData name="Christian Schmalzl" userId="6b9f0938-7dea-40f1-bacf-9f2f145ff686" providerId="ADAL" clId="{378F8FB6-A01C-472B-AC4C-70A4C2D50B53}" dt="2024-02-06T12:25:39.753" v="3" actId="20577"/>
          <ac:spMkLst>
            <pc:docMk/>
            <pc:sldMk cId="3169017830" sldId="257"/>
            <ac:spMk id="6" creationId="{483B08F1-24AA-9D93-1780-B9A8C4207A54}"/>
          </ac:spMkLst>
        </pc:spChg>
      </pc:sldChg>
      <pc:sldChg chg="new del">
        <pc:chgData name="Christian Schmalzl" userId="6b9f0938-7dea-40f1-bacf-9f2f145ff686" providerId="ADAL" clId="{378F8FB6-A01C-472B-AC4C-70A4C2D50B53}" dt="2024-02-06T12:26:07.821" v="5" actId="680"/>
        <pc:sldMkLst>
          <pc:docMk/>
          <pc:sldMk cId="364090009" sldId="260"/>
        </pc:sldMkLst>
      </pc:sldChg>
      <pc:sldChg chg="new del">
        <pc:chgData name="Christian Schmalzl" userId="6b9f0938-7dea-40f1-bacf-9f2f145ff686" providerId="ADAL" clId="{378F8FB6-A01C-472B-AC4C-70A4C2D50B53}" dt="2024-02-06T12:26:31.765" v="9" actId="680"/>
        <pc:sldMkLst>
          <pc:docMk/>
          <pc:sldMk cId="2603785388" sldId="260"/>
        </pc:sldMkLst>
      </pc:sldChg>
      <pc:sldChg chg="addSp delSp modSp new del mod">
        <pc:chgData name="Christian Schmalzl" userId="6b9f0938-7dea-40f1-bacf-9f2f145ff686" providerId="ADAL" clId="{378F8FB6-A01C-472B-AC4C-70A4C2D50B53}" dt="2024-02-06T12:47:49.976" v="15" actId="680"/>
        <pc:sldMkLst>
          <pc:docMk/>
          <pc:sldMk cId="3929913747" sldId="260"/>
        </pc:sldMkLst>
        <pc:spChg chg="mod">
          <ac:chgData name="Christian Schmalzl" userId="6b9f0938-7dea-40f1-bacf-9f2f145ff686" providerId="ADAL" clId="{378F8FB6-A01C-472B-AC4C-70A4C2D50B53}" dt="2024-02-06T12:47:49.121" v="14"/>
          <ac:spMkLst>
            <pc:docMk/>
            <pc:sldMk cId="3929913747" sldId="260"/>
            <ac:spMk id="5" creationId="{9630ACDA-ADFF-E603-5EA8-1F3F4BCFE765}"/>
          </ac:spMkLst>
        </pc:spChg>
        <pc:picChg chg="add del mod">
          <ac:chgData name="Christian Schmalzl" userId="6b9f0938-7dea-40f1-bacf-9f2f145ff686" providerId="ADAL" clId="{378F8FB6-A01C-472B-AC4C-70A4C2D50B53}" dt="2024-02-06T12:45:52.104" v="12"/>
          <ac:picMkLst>
            <pc:docMk/>
            <pc:sldMk cId="3929913747" sldId="260"/>
            <ac:picMk id="7" creationId="{BCB8DBCB-04E1-35BA-AEB6-CA1E9DAC0AE5}"/>
          </ac:picMkLst>
        </pc:picChg>
      </pc:sldChg>
      <pc:sldChg chg="new del">
        <pc:chgData name="Christian Schmalzl" userId="6b9f0938-7dea-40f1-bacf-9f2f145ff686" providerId="ADAL" clId="{378F8FB6-A01C-472B-AC4C-70A4C2D50B53}" dt="2024-02-06T12:26:31.492" v="8" actId="680"/>
        <pc:sldMkLst>
          <pc:docMk/>
          <pc:sldMk cId="1831841891" sldId="261"/>
        </pc:sldMkLst>
      </pc:sldChg>
    </pc:docChg>
  </pc:docChgLst>
  <pc:docChgLst>
    <pc:chgData name="Alisa Weinhold" userId="S::wea39325@hs-regensburg.de::4a14153a-c6ba-41d6-8e8a-90a9b5448ed3" providerId="AD" clId="Web-{4412A895-FB4C-416A-93E7-05F13861E398}"/>
    <pc:docChg chg="addSld">
      <pc:chgData name="Alisa Weinhold" userId="S::wea39325@hs-regensburg.de::4a14153a-c6ba-41d6-8e8a-90a9b5448ed3" providerId="AD" clId="Web-{4412A895-FB4C-416A-93E7-05F13861E398}" dt="2024-02-07T09:51:05.162" v="0"/>
      <pc:docMkLst>
        <pc:docMk/>
      </pc:docMkLst>
      <pc:sldChg chg="new">
        <pc:chgData name="Alisa Weinhold" userId="S::wea39325@hs-regensburg.de::4a14153a-c6ba-41d6-8e8a-90a9b5448ed3" providerId="AD" clId="Web-{4412A895-FB4C-416A-93E7-05F13861E398}" dt="2024-02-07T09:51:05.162" v="0"/>
        <pc:sldMkLst>
          <pc:docMk/>
          <pc:sldMk cId="740308674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62BF783-3B77-5574-7BDB-C060ADAAA3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C11402-D701-2495-D3DB-44B5A08144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B1069-75E4-459F-81E7-F12BB487B326}" type="datetimeFigureOut">
              <a:rPr lang="de-DE" smtClean="0"/>
              <a:t>12.06.2024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152826-BD67-C4CA-3A41-AE637F92D5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59763-3BF1-C53C-42C3-27CFC47878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02372-862D-4B08-94DD-BA1BDCBB64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12.06.2024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13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570">
          <p15:clr>
            <a:srgbClr val="FBAE40"/>
          </p15:clr>
        </p15:guide>
        <p15:guide id="3" pos="3840">
          <p15:clr>
            <a:srgbClr val="FBAE40"/>
          </p15:clr>
        </p15:guide>
        <p15:guide id="4" pos="3454">
          <p15:clr>
            <a:srgbClr val="FBAE40"/>
          </p15:clr>
        </p15:guide>
        <p15:guide id="5" orient="horz" pos="35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10624" y="162877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D24A76E9-4CED-4D5F-6A01-C8E165B1E7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8115" y="347733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BB3032F-2C44-83C5-5807-0B6489CE3C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5B34177-F611-3977-1E10-3DA22D1AD014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B0C03E30-F7EA-F3B0-AB93-709937A4E5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6249" y="232025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842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E4A915FB-AA9D-82A1-C54A-0E847DE924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55AE84F-449E-43BA-9F66-C2F89B7B47A6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F078715-624E-0A03-8E37-299424310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AB7A1905-84D7-80B9-4A1C-3F69AB2595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4E7BA6B4-B985-210B-DAD1-D73A882E8B0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11303356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</p:txBody>
      </p: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4723654-341A-EDFE-0B9D-B12947FA1BDB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091A975-7054-629F-959B-9953B5B0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B4F8A090-4008-142B-4C28-277F7094C0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182A23D-A293-1F79-1255-802918F7AEA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22B7E807-5666-DF42-8E55-2357C2366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997D11E9-E87E-2225-BDB2-654BE7640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859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242172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859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7241531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59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42172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296E9EC4-4915-E2DF-6B10-47AA7974ED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85981E93-6786-898E-FF37-70A063D7C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2F8680-8DFD-51F6-E4AE-708416CC9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61693E8-A001-74CE-9D80-E08319ED8CB3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727BAC4-4BE5-EE3A-D73C-1EB9EB91C1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5FFA1AF-3958-2A60-4D54-27CAA331AC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75204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3337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670949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338561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A7DB32A-1F37-CC35-F26D-B17A2729AE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3501C40-7E68-6D52-E79A-0ED979562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1FB677-3BBF-813C-3319-9393801C6D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C3BB0B1-33D7-CD45-5568-53FD454792E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6183C85-F26B-7836-B082-B1CA6E61EE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BB7E082-F5C2-9E98-5298-F938293FFC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00483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52C8103-D8A6-1EDC-266D-81C32774B8E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B5A85C94-0FA2-3565-5CA8-18FD3D11A4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B8D436B1-6CE6-8246-D93E-63AA702EAB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01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01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01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5611813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1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3AE8050E-067A-1BF5-3DA6-2E396F6AB7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D144AFE3-00F6-FA4B-A41D-E0661616D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00B907-50FF-A432-570E-281444D94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C2FD326-8200-1D91-A4D4-0EE78E0093B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03540713-E7EF-D04A-35A6-8F7630A9E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F6A37BB-7C2E-BAB5-7E69-5E3971EE51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3682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C57C806-B6B4-EB6A-CA24-05634028DF65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9E2E804-5192-5DAB-4F1F-1C7F7A97D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2A50F295-4FF4-9133-EA93-3E6485128B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5E1528-45A2-FE26-8EFD-B4989A8391A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73A2B493-39CC-1831-88FE-302C54948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4C9E4019-DA02-BAFA-E150-5F27374780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D5A807D-B1D2-9D0C-2D9A-345F108D2D7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5C192A2-8F56-5374-9204-F936795E9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7D9927A2-9F51-FDD9-63FC-82B80463FA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92B4EA7-F696-2C84-DCE6-D80B34A296B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0FD305-CCA1-5DF7-2BD0-FF850D160E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143AA74-2CD7-94FF-130C-05D59A8EAA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6128C33-BBE4-CC72-2071-D37311CCB2D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C14F01-817D-EA38-D5A3-7B45641148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B191F81E-D8A5-F8BF-8A55-24DCF23BF0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D2D8EEF-5DC1-E20D-D01C-9C40EA2C1E80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C27EC152-24A1-EDC8-ABAD-F2AD3942D2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06B2760C-AB6A-87FB-57A8-D7B45355B3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2018513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 dirty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 dirty="0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688EFCE-97F4-CFB9-D917-D9C32832B7F1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5B5BDE01-73B8-1CF0-6A00-F823303BC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3BE1B1AB-FA83-D475-DC00-A5644E5857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C353B3B-39D5-0C9A-4B9A-BB5DAF6A0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392" y="2810480"/>
            <a:ext cx="3600000" cy="4084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Telefonnummer einfügen</a:t>
            </a:r>
          </a:p>
          <a:p>
            <a:pPr lvl="0"/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37A1767-8D9A-EE6E-8998-874033C3F7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48392" y="3504666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27B9ED0-EAF7-717C-61C7-946F59DBC5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16466" y="4512521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Organisationseinheit | Autorin/Autor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669" r:id="rId3"/>
    <p:sldLayoutId id="2147483663" r:id="rId4"/>
    <p:sldLayoutId id="2147483676" r:id="rId5"/>
    <p:sldLayoutId id="2147483671" r:id="rId6"/>
    <p:sldLayoutId id="2147483677" r:id="rId7"/>
    <p:sldLayoutId id="2147483681" r:id="rId8"/>
    <p:sldLayoutId id="2147483683" r:id="rId9"/>
    <p:sldLayoutId id="2147483674" r:id="rId10"/>
    <p:sldLayoutId id="2147483675" r:id="rId11"/>
    <p:sldLayoutId id="2147483662" r:id="rId12"/>
    <p:sldLayoutId id="2147483707" r:id="rId13"/>
    <p:sldLayoutId id="2147483706" r:id="rId14"/>
    <p:sldLayoutId id="2147483708" r:id="rId15"/>
    <p:sldLayoutId id="2147483705" r:id="rId16"/>
    <p:sldLayoutId id="214748366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kommunikation@oth-regensburg.de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fs.hs-regensburg.de/Storage/Fb/fh/Oeffentlichkeitsarbeit/PR%20Fotos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AD557D-0DB7-6AFC-EEF9-08E04F92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/>
              <a:t>Hinweise zur Nutzung der Vorlagen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A8503C-1687-F9CF-75A6-441253ECCF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DA5A2-B2BF-473D-A67B-E1B62D4B72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D1AC3-E7EE-D587-2EC9-2F207B49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pic>
        <p:nvPicPr>
          <p:cNvPr id="9" name="Bildplatzhalter 8" descr="Ein Bild, das Wolke, draußen, Gras, Himmel enthält.&#10;&#10;Automatisch generierte Beschreibung">
            <a:extLst>
              <a:ext uri="{FF2B5EF4-FFF2-40B4-BE49-F238E27FC236}">
                <a16:creationId xmlns:a16="http://schemas.microsoft.com/office/drawing/2014/main" id="{77DCF7FA-EA09-EDFC-A3BE-4F49B86ED425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" b="8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183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243F3DD-3A82-4C37-7893-A1CD1D5E8C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AB3BC2A-A1CF-319D-DB72-C39D63DF7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83B08F1-24AA-9D93-1780-B9A8C4207A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Bitte löschen Sie die Folien 1-5 aus Ihrer Präsentation. Diese Folien dienen nur für allgemeine Hinweise zur Nutzung der Vorlagen.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Bitte wenden Sie sich bei Fragen oder Anmerkungen an </a:t>
            </a:r>
            <a:r>
              <a:rPr lang="de-DE" dirty="0">
                <a:hlinkClick r:id="rId2"/>
              </a:rPr>
              <a:t>kommunikation@oth-regensburg.de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E59BA97-E8DF-58DA-61CD-A073C1BE65C0}"/>
              </a:ext>
            </a:extLst>
          </p:cNvPr>
          <p:cNvCxnSpPr>
            <a:cxnSpLocks/>
          </p:cNvCxnSpPr>
          <p:nvPr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FF9A9E24-B62E-A31E-AE20-E571D5E7B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r>
              <a:rPr lang="de-DE" dirty="0"/>
              <a:t>Hinweise zur Nutzung der Vorlagen</a:t>
            </a:r>
          </a:p>
          <a:p>
            <a:pPr lvl="0"/>
            <a:endParaRPr lang="de-DE" dirty="0"/>
          </a:p>
        </p:txBody>
      </p:sp>
      <p:sp>
        <p:nvSpPr>
          <p:cNvPr id="10" name="Textplatzhalter 20">
            <a:extLst>
              <a:ext uri="{FF2B5EF4-FFF2-40B4-BE49-F238E27FC236}">
                <a16:creationId xmlns:a16="http://schemas.microsoft.com/office/drawing/2014/main" id="{6083A0B9-04A1-69B8-FC6E-9630A3C82F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Allgemeine Hinweise</a:t>
            </a:r>
          </a:p>
        </p:txBody>
      </p:sp>
    </p:spTree>
    <p:extLst>
      <p:ext uri="{BB962C8B-B14F-4D97-AF65-F5344CB8AC3E}">
        <p14:creationId xmlns:p14="http://schemas.microsoft.com/office/powerpoint/2010/main" val="316901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5EBE5A-3C07-5C4A-BCD5-26A8AD08DC7D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AE14E76-C85C-1472-C42A-DEF0C1E97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EFC478D-B377-594E-FC65-475A0CE199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5" y="1635623"/>
            <a:ext cx="11303356" cy="4622301"/>
          </a:xfrm>
        </p:spPr>
        <p:txBody>
          <a:bodyPr/>
          <a:lstStyle/>
          <a:p>
            <a:r>
              <a:rPr lang="de-DE" dirty="0"/>
              <a:t>Bitte klicken Sie im </a:t>
            </a:r>
            <a:r>
              <a:rPr lang="de-DE" dirty="0" err="1"/>
              <a:t>Menüband</a:t>
            </a:r>
            <a:r>
              <a:rPr lang="de-DE" dirty="0"/>
              <a:t> unter „Start“ auf „Neue Folie“ </a:t>
            </a:r>
            <a:r>
              <a:rPr lang="de-DE" dirty="0">
                <a:cs typeface="Calibri" panose="020F0502020204030204" pitchFamily="34" charset="0"/>
              </a:rPr>
              <a:t>→</a:t>
            </a:r>
          </a:p>
          <a:p>
            <a:r>
              <a:rPr lang="de-DE" dirty="0">
                <a:cs typeface="Calibri" panose="020F0502020204030204" pitchFamily="34" charset="0"/>
              </a:rPr>
              <a:t>Dort finden Sie alle möglichen Designs für Ihre Präsentation:</a:t>
            </a: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endParaRPr lang="de-DE" dirty="0"/>
          </a:p>
          <a:p>
            <a:r>
              <a:rPr lang="de-DE" u="sng" dirty="0"/>
              <a:t>Hinweise: </a:t>
            </a:r>
            <a:r>
              <a:rPr lang="de-DE" u="sng" dirty="0">
                <a:cs typeface="Calibri" panose="020F0502020204030204" pitchFamily="34" charset="0"/>
              </a:rPr>
              <a:t>Nutzen Sie nicht die Funktion des Einfügens über Masterfolien und ä</a:t>
            </a:r>
            <a:r>
              <a:rPr lang="de-DE" u="sng" dirty="0"/>
              <a:t>ndern Sie die Masterfolien nicht ab! Eigene Designs sind nicht zulässig.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EEFC498-6342-1357-F5AE-24A405734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1375431"/>
            <a:ext cx="457200" cy="771525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ECFB0B8-8BB4-201F-4AEB-AA236BD3BB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Hinweise zur Nutzung der Vorlagen</a:t>
            </a:r>
          </a:p>
          <a:p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FEA6D14C-886F-2A2C-07AF-0D21E2024F17}"/>
              </a:ext>
            </a:extLst>
          </p:cNvPr>
          <p:cNvCxnSpPr>
            <a:cxnSpLocks/>
          </p:cNvCxnSpPr>
          <p:nvPr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502B2CB-C43A-B5FF-DE03-6CC4257698C2}"/>
              </a:ext>
            </a:extLst>
          </p:cNvPr>
          <p:cNvSpPr txBox="1">
            <a:spLocks/>
          </p:cNvSpPr>
          <p:nvPr/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7689924D-F2B0-68C9-01E4-10A6FBE9E9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Neue Folien hinzufügen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5592C8BB-D5A9-0672-3683-D7B92FEE3C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949"/>
          <a:stretch/>
        </p:blipFill>
        <p:spPr>
          <a:xfrm>
            <a:off x="1052512" y="2424113"/>
            <a:ext cx="4124325" cy="279558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CB4AF7B-4DF7-0119-EDA5-33FFEFC440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589"/>
          <a:stretch/>
        </p:blipFill>
        <p:spPr>
          <a:xfrm>
            <a:off x="5419724" y="2405063"/>
            <a:ext cx="4124325" cy="177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3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0C67F8E-D542-76E7-F4A7-DFF9E548626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584B125-158C-ECE5-27DE-D76963F61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E55363-FBE6-C1CF-96D3-85064000DC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Hinweise zur Nutzung der Vorlagen</a:t>
            </a:r>
          </a:p>
          <a:p>
            <a:r>
              <a:rPr lang="de-DE" sz="2000" dirty="0"/>
              <a:t>Fußnoten</a:t>
            </a:r>
            <a:r>
              <a:rPr lang="de-DE" dirty="0"/>
              <a:t> </a:t>
            </a:r>
            <a:r>
              <a:rPr lang="de-DE" sz="2000" dirty="0"/>
              <a:t>für alle Folien übernehmen</a:t>
            </a:r>
          </a:p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44381C9-C008-6CA4-A5BE-56322C9B1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sz="2000" dirty="0"/>
              <a:t>Bitte füllen Sie die Fußnote nach diesem Schema aus:</a:t>
            </a:r>
          </a:p>
          <a:p>
            <a:pPr lvl="1"/>
            <a:r>
              <a:rPr lang="de-DE" dirty="0"/>
              <a:t>Fakultät Beispiel | Max Müller | Beispielvorlesung</a:t>
            </a:r>
          </a:p>
          <a:p>
            <a:pPr lvl="1"/>
            <a:r>
              <a:rPr lang="de-DE" dirty="0"/>
              <a:t>Labor Beispiel | Max Müller | Beispielvortrag</a:t>
            </a:r>
          </a:p>
          <a:p>
            <a:endParaRPr lang="de-DE" sz="2000" dirty="0"/>
          </a:p>
          <a:p>
            <a:r>
              <a:rPr lang="de-DE" sz="2000" dirty="0"/>
              <a:t>Die Fußnote muss im </a:t>
            </a:r>
            <a:r>
              <a:rPr lang="de-DE" sz="2000" dirty="0" err="1"/>
              <a:t>Menüband</a:t>
            </a:r>
            <a:r>
              <a:rPr lang="de-DE" sz="2000" dirty="0"/>
              <a:t> geändert werden unter „Einfügen“</a:t>
            </a:r>
            <a:r>
              <a:rPr lang="de-DE" sz="2000" dirty="0">
                <a:cs typeface="Calibri" panose="020F0502020204030204" pitchFamily="34" charset="0"/>
              </a:rPr>
              <a:t>→</a:t>
            </a:r>
          </a:p>
          <a:p>
            <a:r>
              <a:rPr lang="de-DE" sz="2000" dirty="0">
                <a:cs typeface="Calibri" panose="020F0502020204030204" pitchFamily="34" charset="0"/>
              </a:rPr>
              <a:t>Für alle übernehmen →</a:t>
            </a:r>
          </a:p>
          <a:p>
            <a:endParaRPr lang="de-DE" sz="2000" dirty="0"/>
          </a:p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58D635-7EA7-AEEF-E3FC-39526AC77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592" y="2809493"/>
            <a:ext cx="746516" cy="92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259172A-308B-AFC7-288C-06C6402C8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201" y="3524403"/>
            <a:ext cx="3795598" cy="23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96D97604-4D08-C482-02E2-08D8738415CD}"/>
              </a:ext>
            </a:extLst>
          </p:cNvPr>
          <p:cNvSpPr/>
          <p:nvPr/>
        </p:nvSpPr>
        <p:spPr>
          <a:xfrm rot="5400000">
            <a:off x="6171041" y="4726782"/>
            <a:ext cx="1247775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2236CF4-4C10-81AC-FB28-A5D893D71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725" y="1723610"/>
            <a:ext cx="3790950" cy="27622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81296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platzhalter 9" descr="Ein Bild, das draußen, Himmel, Gebäude, Baum enthält.&#10;&#10;Automatisch generierte Beschreibung">
            <a:extLst>
              <a:ext uri="{FF2B5EF4-FFF2-40B4-BE49-F238E27FC236}">
                <a16:creationId xmlns:a16="http://schemas.microsoft.com/office/drawing/2014/main" id="{6B2C24CA-8DC6-C88C-3553-7D97A1466D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2" r="26872"/>
          <a:stretch/>
        </p:blipFill>
        <p:spPr/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D6C904D-521C-B52A-CBE8-4D445FE0FE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Falls Sie Bilder für Ihre Präsentation benötigen, können Sie sich gerne im offiziellen Bilderpool bedienen.</a:t>
            </a:r>
          </a:p>
          <a:p>
            <a:r>
              <a:rPr lang="de-DE" dirty="0"/>
              <a:t>Diese Bilder stehen Ihnen hier zur Verfügung:    </a:t>
            </a:r>
            <a:r>
              <a:rPr lang="de-DE" dirty="0">
                <a:hlinkClick r:id="rId3" action="ppaction://hlinkfile"/>
              </a:rPr>
              <a:t>H:\fh\Oeffentlichkeitsarbeit\PR Fotos</a:t>
            </a:r>
            <a:endParaRPr lang="de-DE" dirty="0"/>
          </a:p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06E411-536E-E640-DB58-239FEE3A5A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Bilderpool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16F460-80E7-1954-DC22-7AAFDB7716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A31F1F-CC34-2807-AD86-B3DA71F20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2D21C88-FFE0-5B72-62B0-0B4AF8145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Hinweise zur Nutzung der Vorlagen</a:t>
            </a:r>
          </a:p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4367C8C-2B4B-75D6-99B9-3A7AD1E8C7D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Imagebilder</a:t>
            </a:r>
          </a:p>
        </p:txBody>
      </p:sp>
    </p:spTree>
    <p:extLst>
      <p:ext uri="{BB962C8B-B14F-4D97-AF65-F5344CB8AC3E}">
        <p14:creationId xmlns:p14="http://schemas.microsoft.com/office/powerpoint/2010/main" val="185987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6DF4B18-6E4A-B8AF-4C30-F8C9C4D5E9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Stabsstelle Kommunikation</a:t>
            </a:r>
          </a:p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1755B3-D6D0-0BDE-01FC-40B3DB5F0E9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C5996F-6B19-3176-B1A5-177D23732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7147D1-2036-95F4-774C-93DDF33786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FB1FE0-8CCF-260D-D940-384FF80C15B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Bitte wenden Sie sich bei Fragen an uns</a:t>
            </a: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D506ADA-D51D-0F47-C6FF-2523D3DFC68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-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0FF552A-A38F-6D61-A136-653E08D20C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 err="1"/>
              <a:t>Seybothstraße</a:t>
            </a:r>
            <a:r>
              <a:rPr lang="de-DE" dirty="0"/>
              <a:t> 2</a:t>
            </a:r>
          </a:p>
          <a:p>
            <a:r>
              <a:rPr lang="de-DE" dirty="0"/>
              <a:t>93053 Regensburg</a:t>
            </a:r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938A625-4C84-E31C-2D1C-B2221751D30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48392" y="4513899"/>
            <a:ext cx="3600000" cy="408495"/>
          </a:xfrm>
        </p:spPr>
        <p:txBody>
          <a:bodyPr/>
          <a:lstStyle/>
          <a:p>
            <a:r>
              <a:rPr lang="de-DE" dirty="0"/>
              <a:t>kommunikation@oth-regensburg.de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67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pe_x0020_Studierende xmlns="60ae07f9-c710-4147-a4bb-ffce3af5c857">Ja</Gruppe_x0020_Studierende>
    <D_x002d_Nr xmlns="60ae07f9-c710-4147-a4bb-ffce3af5c857">876</D_x002d_Nr>
    <Pr_x00fc_fer xmlns="60ae07f9-c710-4147-a4bb-ffce3af5c857">
      <UserInfo>
        <DisplayName>Alisa Weinhold</DisplayName>
        <AccountId>2567</AccountId>
        <AccountType/>
      </UserInfo>
    </Pr_x00fc_fer>
    <Freigeber xmlns="60ae07f9-c710-4147-a4bb-ffce3af5c857">
      <UserInfo>
        <DisplayName>Alisa Weinhold</DisplayName>
        <AccountId>2567</AccountId>
        <AccountType/>
      </UserInfo>
    </Freigeber>
    <Automatische_x002d_DNR_x002d_Vergabe xmlns="60ae07f9-c710-4147-a4bb-ffce3af5c857">
      <Url>https://sp.hs-regensburg.de/QuO/QuD-Portal/_layouts/15/wrkstat.aspx?List=60ae07f9-c710-4147-a4bb-ffce3af5c857&amp;WorkflowInstanceName=604c5300-fe88-4c3b-9e86-5b3313bf58cc</Url>
      <Description>Stufe 1</Description>
    </Automatische_x002d_DNR_x002d_Vergabe>
    <IconOverlay xmlns="http://schemas.microsoft.com/sharepoint/v4" xsi:nil="true"/>
    <Bezeichnung xmlns="60ae07f9-c710-4147-a4bb-ffce3af5c857">Hochschulpräsentation OTH Regensburg - Vereinfachte Version - 16x9</Bezeichnung>
    <Dokumentenart0 xmlns="60ae07f9-c710-4147-a4bb-ffce3af5c857">Allgemeine Information</Dokumentenart0>
    <Ersteller xmlns="60ae07f9-c710-4147-a4bb-ffce3af5c857">
      <UserInfo>
        <DisplayName>Guelay Sahil</DisplayName>
        <AccountId>240</AccountId>
        <AccountType/>
      </UserInfo>
    </Ersteller>
    <Ausgabedatum xmlns="60ae07f9-c710-4147-a4bb-ffce3af5c857">2024-06-11T22:00:00+00:00</Ausgabedatum>
    <G_x00fc_ltig_x0020_bis xmlns="60ae07f9-c710-4147-a4bb-ffce3af5c857">2026-06-11T22:00:00+00:00</G_x00fc_ltig_x0020_bis>
    <Verantwortlich xmlns="60ae07f9-c710-4147-a4bb-ffce3af5c857">Kom</Verantwortlich>
    <Dokumentenart xmlns="60ae07f9-c710-4147-a4bb-ffce3af5c857">Kommunikation</Dokumentenart>
    <_dlc_DocId xmlns="44449387-be1d-4a23-a037-6363c2cb9483">MJAR55X3VR3P-1995469596-876</_dlc_DocId>
    <_dlc_DocIdUrl xmlns="44449387-be1d-4a23-a037-6363c2cb9483">
      <Url>https://sp.hs-regensburg.de/QuO/QuD-Portal/_layouts/15/DocIdRedir.aspx?ID=MJAR55X3VR3P-1995469596-876</Url>
      <Description>MJAR55X3VR3P-1995469596-876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7B14DE6374884BB9584889D35A57C4" ma:contentTypeVersion="17" ma:contentTypeDescription="Ein neues Dokument erstellen." ma:contentTypeScope="" ma:versionID="800ed669ab68f0f1d52426f530ff68a6">
  <xsd:schema xmlns:xsd="http://www.w3.org/2001/XMLSchema" xmlns:xs="http://www.w3.org/2001/XMLSchema" xmlns:p="http://schemas.microsoft.com/office/2006/metadata/properties" xmlns:ns1="60ae07f9-c710-4147-a4bb-ffce3af5c857" xmlns:ns3="44449387-be1d-4a23-a037-6363c2cb9483" xmlns:ns4="http://schemas.microsoft.com/sharepoint/v4" xmlns:ns5="b4925834-f9db-4428-ab6a-226ee0e4aea1" targetNamespace="http://schemas.microsoft.com/office/2006/metadata/properties" ma:root="true" ma:fieldsID="7bb25a981d2e48f5234b38d00e199000" ns1:_="" ns3:_="" ns4:_="" ns5:_="">
    <xsd:import namespace="60ae07f9-c710-4147-a4bb-ffce3af5c857"/>
    <xsd:import namespace="44449387-be1d-4a23-a037-6363c2cb9483"/>
    <xsd:import namespace="http://schemas.microsoft.com/sharepoint/v4"/>
    <xsd:import namespace="b4925834-f9db-4428-ab6a-226ee0e4aea1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D_x002d_Nr" minOccurs="0"/>
                <xsd:element ref="ns1:Automatische_x002d_DNR_x002d_Vergabe" minOccurs="0"/>
                <xsd:element ref="ns1:Gruppe_x0020_Studierende" minOccurs="0"/>
                <xsd:element ref="ns5:SharedWithUsers" minOccurs="0"/>
                <xsd:element ref="ns5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e07f9-c710-4147-a4bb-ffce3af5c85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ASC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WW"/>
        </xsd:restriction>
      </xsd:simpleType>
    </xsd:element>
    <xsd:element name="Dokumentenart" ma:index="2" nillable="true" ma:displayName="Ordnerzuordnung" ma:format="Dropdown" ma:internalName="Dokumentenart">
      <xsd:simpleType>
        <xsd:restriction base="dms:Choice">
          <xsd:enumeration value="Hochschulsteuerung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Finanzen"/>
          <xsd:enumeration value="Technischer Betrieb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Rechenzentrum"/>
        </xsd:restriction>
      </xsd:simpleType>
    </xsd:element>
    <xsd:element name="Bezeichnung" ma:index="4" nillable="true" ma:displayName="Bezeichnung" ma:internalName="Bezeichnung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>
      <xsd:simpleType>
        <xsd:restriction base="dms:DateTime"/>
      </xsd:simpleType>
    </xsd:element>
    <xsd:element name="Ersteller" ma:index="8" nillable="true" ma:displayName="Erstellung" ma:list="UserInfo" ma:SharePointGroup="0" ma:internalName="Erstell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SharePointGroup="0" ma:internalName="Pr_x00fc_f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SharePointGroup="0" ma:internalName="Freigeb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_x002d_Nr" ma:index="21" nillable="true" ma:displayName="D-Nr" ma:indexed="true" ma:internalName="D_x002d_Nr">
      <xsd:simpleType>
        <xsd:restriction base="dms:Text">
          <xsd:maxLength value="255"/>
        </xsd:restriction>
      </xsd:simpleType>
    </xsd:element>
    <xsd:element name="Automatische_x002d_DNR_x002d_Vergabe" ma:index="22" nillable="true" ma:displayName="Automatische-DNR-Vergabe" ma:format="Hyperlink" ma:internalName="Automatische_x002d_DNR_x002d_Vergab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Gruppe_x0020_Studierende" ma:index="23" nillable="true" ma:displayName="Gruppe Studierende" ma:format="RadioButtons" ma:internalName="Gruppe_x0020_Studierende">
      <xsd:simpleType>
        <xsd:restriction base="dms:Choice">
          <xsd:enumeration value="Ja"/>
          <xsd:enumeration value="Nei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49387-be1d-4a23-a037-6363c2cb9483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25834-f9db-4428-ab6a-226ee0e4aea1" elementFormDefault="qualified">
    <xsd:import namespace="http://schemas.microsoft.com/office/2006/documentManagement/types"/>
    <xsd:import namespace="http://schemas.microsoft.com/office/infopath/2007/PartnerControls"/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356504-F539-424F-9E83-9400624CC88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971c57a-c4d2-41d0-9c55-e961d64dde2b"/>
    <ds:schemaRef ds:uri="2b7adb41-54c0-423e-891d-f7b9e3223bd8"/>
    <ds:schemaRef ds:uri="http://www.w3.org/XML/1998/namespace"/>
    <ds:schemaRef ds:uri="60ae07f9-c710-4147-a4bb-ffce3af5c857"/>
    <ds:schemaRef ds:uri="http://schemas.microsoft.com/sharepoint/v4"/>
    <ds:schemaRef ds:uri="44449387-be1d-4a23-a037-6363c2cb9483"/>
  </ds:schemaRefs>
</ds:datastoreItem>
</file>

<file path=customXml/itemProps3.xml><?xml version="1.0" encoding="utf-8"?>
<ds:datastoreItem xmlns:ds="http://schemas.openxmlformats.org/officeDocument/2006/customXml" ds:itemID="{D168F68A-6C7A-433E-A7DB-4C95434996F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12D16E2-FFB2-4487-8A94-0AB7739664C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Breitbild</PresentationFormat>
  <Paragraphs>50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Lucida Sans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Vanessa Jaksic</cp:lastModifiedBy>
  <cp:revision>131</cp:revision>
  <dcterms:created xsi:type="dcterms:W3CDTF">2023-07-23T18:15:39Z</dcterms:created>
  <dcterms:modified xsi:type="dcterms:W3CDTF">2024-06-12T09:32:30Z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0x010100C57B14DE6374884BB9584889D35A57C4</vt:lpwstr>
  </property>
  <property fmtid="{D5CDD505-2E9C-101B-9397-08002B2CF9AE}" pid="3" name="MediaServiceImageTags">
    <vt:lpwstr/>
  </property>
  <property fmtid="{D5CDD505-2E9C-101B-9397-08002B2CF9AE}" pid="4" name="_dlc_DocIdItemGuid">
    <vt:lpwstr>2d86ab63-b84b-45bf-aa8e-152de23f3fa8</vt:lpwstr>
  </property>
</Properties>
</file>