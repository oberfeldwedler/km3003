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</p:sldMasterIdLst>
  <p:notesMasterIdLst>
    <p:notesMasterId r:id="rId16"/>
  </p:notesMasterIdLst>
  <p:handoutMasterIdLst>
    <p:handoutMasterId r:id="rId17"/>
  </p:handoutMasterIdLst>
  <p:sldIdLst>
    <p:sldId id="258" r:id="rId6"/>
    <p:sldId id="259" r:id="rId7"/>
    <p:sldId id="260" r:id="rId8"/>
    <p:sldId id="261" r:id="rId9"/>
    <p:sldId id="262" r:id="rId10"/>
    <p:sldId id="270" r:id="rId11"/>
    <p:sldId id="268" r:id="rId12"/>
    <p:sldId id="263" r:id="rId13"/>
    <p:sldId id="269" r:id="rId14"/>
    <p:sldId id="265" r:id="rId1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3634" userDrawn="1">
          <p15:clr>
            <a:srgbClr val="A4A3A4"/>
          </p15:clr>
        </p15:guide>
        <p15:guide id="4" pos="438" userDrawn="1">
          <p15:clr>
            <a:srgbClr val="A4A3A4"/>
          </p15:clr>
        </p15:guide>
        <p15:guide id="5" pos="7242" userDrawn="1">
          <p15:clr>
            <a:srgbClr val="A4A3A4"/>
          </p15:clr>
        </p15:guide>
        <p15:guide id="6" pos="211" userDrawn="1">
          <p15:clr>
            <a:srgbClr val="A4A3A4"/>
          </p15:clr>
        </p15:guide>
        <p15:guide id="7" orient="horz" pos="3385" userDrawn="1">
          <p15:clr>
            <a:srgbClr val="A4A3A4"/>
          </p15:clr>
        </p15:guide>
        <p15:guide id="8" orient="horz" pos="3861" userDrawn="1">
          <p15:clr>
            <a:srgbClr val="A4A3A4"/>
          </p15:clr>
        </p15:guide>
        <p15:guide id="9" pos="7469" userDrawn="1">
          <p15:clr>
            <a:srgbClr val="A4A3A4"/>
          </p15:clr>
        </p15:guide>
        <p15:guide id="10" orient="horz" pos="1026" userDrawn="1">
          <p15:clr>
            <a:srgbClr val="A4A3A4"/>
          </p15:clr>
        </p15:guide>
        <p15:guide id="11" orient="horz" pos="157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7D00"/>
    <a:srgbClr val="831F82"/>
    <a:srgbClr val="C22E0C"/>
    <a:srgbClr val="FFED00"/>
    <a:srgbClr val="D5D2C2"/>
    <a:srgbClr val="DEDC00"/>
    <a:srgbClr val="00964F"/>
    <a:srgbClr val="009BAC"/>
    <a:srgbClr val="164194"/>
    <a:srgbClr val="CBD5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483" autoAdjust="0"/>
    <p:restoredTop sz="75126" autoAdjust="0"/>
  </p:normalViewPr>
  <p:slideViewPr>
    <p:cSldViewPr snapToGrid="0">
      <p:cViewPr varScale="1">
        <p:scale>
          <a:sx n="119" d="100"/>
          <a:sy n="119" d="100"/>
        </p:scale>
        <p:origin x="1788" y="108"/>
      </p:cViewPr>
      <p:guideLst>
        <p:guide orient="horz" pos="2160"/>
        <p:guide pos="3840"/>
        <p:guide orient="horz" pos="3634"/>
        <p:guide pos="438"/>
        <p:guide pos="7242"/>
        <p:guide pos="211"/>
        <p:guide orient="horz" pos="3385"/>
        <p:guide orient="horz" pos="3861"/>
        <p:guide pos="7469"/>
        <p:guide orient="horz" pos="1026"/>
        <p:guide orient="horz" pos="157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viewProps" Target="viewProps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F6676AAA-534B-B642-2E1E-FF85B56D372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6A1D632-4557-B3AA-C3AF-ABDD1BBCAB8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45831D-EBBE-4A11-986B-21DDE9EDFC1C}" type="datetimeFigureOut">
              <a:rPr lang="de-DE" smtClean="0"/>
              <a:t>15.01.2025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3F94B67-B0E4-F7E1-D5F5-56ED7E9440B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56FDEB3-8CBC-2BB9-1FB0-95FA4203FE6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84F567-7DC8-4860-8446-35C67BE63CB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344928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A2E619-BF61-4444-8A30-4D976D0E5E7E}" type="datetimeFigureOut">
              <a:rPr lang="de-DE" smtClean="0"/>
              <a:t>15.01.2025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DAC6A5-7C75-4A9A-BD8E-BD0D3412605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935976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Prozesserklärung</a:t>
            </a:r>
            <a:r>
              <a:rPr lang="en-US" dirty="0"/>
              <a:t>: Wie </a:t>
            </a:r>
            <a:r>
              <a:rPr lang="en-US" dirty="0" err="1"/>
              <a:t>kaufe</a:t>
            </a:r>
            <a:r>
              <a:rPr lang="en-US" dirty="0"/>
              <a:t> ich </a:t>
            </a:r>
            <a:r>
              <a:rPr lang="en-US" dirty="0" err="1"/>
              <a:t>ein</a:t>
            </a:r>
            <a:r>
              <a:rPr lang="en-US" dirty="0"/>
              <a:t> </a:t>
            </a:r>
            <a:r>
              <a:rPr lang="en-US" dirty="0" err="1"/>
              <a:t>Getränk</a:t>
            </a:r>
            <a:r>
              <a:rPr lang="en-US" dirty="0"/>
              <a:t>!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AC6A5-7C75-4A9A-BD8E-BD0D34126057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3000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AC6A5-7C75-4A9A-BD8E-BD0D34126057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535642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configparser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AC6A5-7C75-4A9A-BD8E-BD0D34126057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515245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0CF7BCD0-9768-44A4-8F8B-88737C115C2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5" t="30545" r="25498" b="1"/>
          <a:stretch/>
        </p:blipFill>
        <p:spPr>
          <a:xfrm>
            <a:off x="26639" y="2490937"/>
            <a:ext cx="5078761" cy="3132167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3504B5DE-528E-4B14-8528-A0AA26B8FEC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190" y="679890"/>
            <a:ext cx="5580000" cy="948479"/>
          </a:xfrm>
          <a:prstGeom prst="rect">
            <a:avLst/>
          </a:prstGeom>
        </p:spPr>
      </p:pic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DD4A78C2-5C6B-4BCD-A70D-7D738FEF7414}"/>
              </a:ext>
            </a:extLst>
          </p:cNvPr>
          <p:cNvCxnSpPr>
            <a:cxnSpLocks/>
          </p:cNvCxnSpPr>
          <p:nvPr userDrawn="1"/>
        </p:nvCxnSpPr>
        <p:spPr>
          <a:xfrm>
            <a:off x="5355231" y="2490937"/>
            <a:ext cx="0" cy="1404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platzhalter 12">
            <a:extLst>
              <a:ext uri="{FF2B5EF4-FFF2-40B4-BE49-F238E27FC236}">
                <a16:creationId xmlns:a16="http://schemas.microsoft.com/office/drawing/2014/main" id="{F0214C57-AAE2-42B6-A95F-C39478581E6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5189" y="2492894"/>
            <a:ext cx="6342313" cy="140335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lnSpc>
                <a:spcPct val="150000"/>
              </a:lnSpc>
              <a:buNone/>
              <a:defRPr sz="36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Präsentationstitel 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16525A63-0B16-4326-A78B-61E1E1490989}"/>
              </a:ext>
            </a:extLst>
          </p:cNvPr>
          <p:cNvPicPr preferRelativeResize="0">
            <a:picLocks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03" b="52378"/>
          <a:stretch/>
        </p:blipFill>
        <p:spPr>
          <a:xfrm flipH="1">
            <a:off x="9630375" y="5077460"/>
            <a:ext cx="2563200" cy="1780540"/>
          </a:xfrm>
          <a:prstGeom prst="rect">
            <a:avLst/>
          </a:prstGeom>
        </p:spPr>
      </p:pic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CDD3C7F-BB53-47B3-BB90-3B56F1A0D43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82092" y="5087938"/>
            <a:ext cx="5913005" cy="6397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cap="none" baseline="0"/>
            </a:lvl1pPr>
          </a:lstStyle>
          <a:p>
            <a:pPr lvl="0"/>
            <a:r>
              <a:rPr lang="de-DE" dirty="0"/>
              <a:t>Name, Titel</a:t>
            </a:r>
          </a:p>
        </p:txBody>
      </p:sp>
      <p:sp>
        <p:nvSpPr>
          <p:cNvPr id="17" name="Fußzeilenplatzhalter 4">
            <a:extLst>
              <a:ext uri="{FF2B5EF4-FFF2-40B4-BE49-F238E27FC236}">
                <a16:creationId xmlns:a16="http://schemas.microsoft.com/office/drawing/2014/main" id="{064479BB-1647-BFCC-D74D-EA996DF86E1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Samuel Brunner | Vertiefung Microcontrollertechnik </a:t>
            </a:r>
          </a:p>
        </p:txBody>
      </p:sp>
      <p:sp>
        <p:nvSpPr>
          <p:cNvPr id="18" name="Foliennummernplatzhalter 4">
            <a:extLst>
              <a:ext uri="{FF2B5EF4-FFF2-40B4-BE49-F238E27FC236}">
                <a16:creationId xmlns:a16="http://schemas.microsoft.com/office/drawing/2014/main" id="{DC8FA0A8-5CD3-CAF2-1C6F-25BD525274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2" name="Bildplatzhalter 3">
            <a:extLst>
              <a:ext uri="{FF2B5EF4-FFF2-40B4-BE49-F238E27FC236}">
                <a16:creationId xmlns:a16="http://schemas.microsoft.com/office/drawing/2014/main" id="{20C9B0B2-364B-B5B9-09A9-1B0309B39C32}"/>
              </a:ext>
            </a:extLst>
          </p:cNvPr>
          <p:cNvSpPr>
            <a:spLocks noGrp="1" noChangeAspect="1"/>
          </p:cNvSpPr>
          <p:nvPr>
            <p:ph type="pic" sz="quarter" idx="26"/>
          </p:nvPr>
        </p:nvSpPr>
        <p:spPr>
          <a:xfrm>
            <a:off x="0" y="2183389"/>
            <a:ext cx="4790883" cy="3136635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905584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orient="horz" pos="1570" userDrawn="1">
          <p15:clr>
            <a:srgbClr val="FBAE40"/>
          </p15:clr>
        </p15:guide>
        <p15:guide id="3" pos="3840" userDrawn="1">
          <p15:clr>
            <a:srgbClr val="FBAE40"/>
          </p15:clr>
        </p15:guide>
        <p15:guide id="4" pos="3454" userDrawn="1">
          <p15:clr>
            <a:srgbClr val="FBAE40"/>
          </p15:clr>
        </p15:guide>
        <p15:guide id="5" orient="horz" pos="3543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rafik 49">
            <a:extLst>
              <a:ext uri="{FF2B5EF4-FFF2-40B4-BE49-F238E27FC236}">
                <a16:creationId xmlns:a16="http://schemas.microsoft.com/office/drawing/2014/main" id="{3BAB15A7-57AE-4AA5-B08E-38C12D570FE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293" r="-299" b="1081"/>
          <a:stretch/>
        </p:blipFill>
        <p:spPr>
          <a:xfrm>
            <a:off x="1123023" y="1980196"/>
            <a:ext cx="10801350" cy="4472992"/>
          </a:xfrm>
          <a:prstGeom prst="rect">
            <a:avLst/>
          </a:prstGeom>
        </p:spPr>
      </p:pic>
      <p:sp>
        <p:nvSpPr>
          <p:cNvPr id="9" name="Rechteck 8">
            <a:extLst>
              <a:ext uri="{FF2B5EF4-FFF2-40B4-BE49-F238E27FC236}">
                <a16:creationId xmlns:a16="http://schemas.microsoft.com/office/drawing/2014/main" id="{685581C3-59B2-4343-98C4-91020C6EB263}"/>
              </a:ext>
            </a:extLst>
          </p:cNvPr>
          <p:cNvSpPr/>
          <p:nvPr userDrawn="1"/>
        </p:nvSpPr>
        <p:spPr>
          <a:xfrm>
            <a:off x="702974" y="1623305"/>
            <a:ext cx="10786051" cy="44561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000" dirty="0"/>
          </a:p>
        </p:txBody>
      </p:sp>
      <p:sp>
        <p:nvSpPr>
          <p:cNvPr id="17" name="Textplatzhalter 12">
            <a:extLst>
              <a:ext uri="{FF2B5EF4-FFF2-40B4-BE49-F238E27FC236}">
                <a16:creationId xmlns:a16="http://schemas.microsoft.com/office/drawing/2014/main" id="{BB566CE9-B87F-4169-92E7-0CD1FE2734C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09341" y="2320251"/>
            <a:ext cx="4234260" cy="59930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000" b="0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Text bearbeiten</a:t>
            </a:r>
          </a:p>
        </p:txBody>
      </p:sp>
      <p:sp>
        <p:nvSpPr>
          <p:cNvPr id="24" name="Textplatzhalter 12">
            <a:extLst>
              <a:ext uri="{FF2B5EF4-FFF2-40B4-BE49-F238E27FC236}">
                <a16:creationId xmlns:a16="http://schemas.microsoft.com/office/drawing/2014/main" id="{157AB65D-08FC-4509-8EFE-5946AF78475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09341" y="3451913"/>
            <a:ext cx="4234260" cy="59930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000" b="0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/>
              <a:t>Text bearbeiten</a:t>
            </a:r>
          </a:p>
        </p:txBody>
      </p:sp>
      <p:sp>
        <p:nvSpPr>
          <p:cNvPr id="27" name="Textplatzhalter 12">
            <a:extLst>
              <a:ext uri="{FF2B5EF4-FFF2-40B4-BE49-F238E27FC236}">
                <a16:creationId xmlns:a16="http://schemas.microsoft.com/office/drawing/2014/main" id="{8504DFD6-22AC-4E97-9C38-CBCC12A35A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09341" y="4635390"/>
            <a:ext cx="4234260" cy="59930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000" b="0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/>
              <a:t>Text bearbeiten</a:t>
            </a:r>
          </a:p>
        </p:txBody>
      </p:sp>
      <p:sp>
        <p:nvSpPr>
          <p:cNvPr id="30" name="Textplatzhalter 12">
            <a:extLst>
              <a:ext uri="{FF2B5EF4-FFF2-40B4-BE49-F238E27FC236}">
                <a16:creationId xmlns:a16="http://schemas.microsoft.com/office/drawing/2014/main" id="{216D8355-3BD0-43BC-9D7C-D76373E3AAC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39925" y="2320251"/>
            <a:ext cx="4234260" cy="59930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000" b="0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/>
              <a:t>Text bearbeiten</a:t>
            </a:r>
          </a:p>
        </p:txBody>
      </p:sp>
      <p:sp>
        <p:nvSpPr>
          <p:cNvPr id="33" name="Textplatzhalter 12">
            <a:extLst>
              <a:ext uri="{FF2B5EF4-FFF2-40B4-BE49-F238E27FC236}">
                <a16:creationId xmlns:a16="http://schemas.microsoft.com/office/drawing/2014/main" id="{37050F43-5393-47A9-9BED-A96E03D891D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839925" y="3451913"/>
            <a:ext cx="4234260" cy="59930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000" b="0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/>
              <a:t>Text bearbeiten</a:t>
            </a:r>
          </a:p>
        </p:txBody>
      </p:sp>
      <p:sp>
        <p:nvSpPr>
          <p:cNvPr id="36" name="Textplatzhalter 12">
            <a:extLst>
              <a:ext uri="{FF2B5EF4-FFF2-40B4-BE49-F238E27FC236}">
                <a16:creationId xmlns:a16="http://schemas.microsoft.com/office/drawing/2014/main" id="{1EFE8ED0-915F-49F2-B99F-3565CF0BD43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839925" y="4635390"/>
            <a:ext cx="4234260" cy="59930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 sz="2000" b="0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/>
              <a:t>Text bearbeiten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154B7DDD-4EC8-F398-71F8-596756650A2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668" y="166892"/>
            <a:ext cx="1004013" cy="778061"/>
          </a:xfrm>
          <a:prstGeom prst="rect">
            <a:avLst/>
          </a:prstGeom>
        </p:spPr>
      </p:pic>
      <p:sp>
        <p:nvSpPr>
          <p:cNvPr id="22" name="Fußzeilenplatzhalter 4">
            <a:extLst>
              <a:ext uri="{FF2B5EF4-FFF2-40B4-BE49-F238E27FC236}">
                <a16:creationId xmlns:a16="http://schemas.microsoft.com/office/drawing/2014/main" id="{03894C40-786F-CE5E-2268-0B9A087BC5CC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Samuel Brunner | Vertiefung Microcontrollertechnik </a:t>
            </a:r>
          </a:p>
        </p:txBody>
      </p:sp>
      <p:sp>
        <p:nvSpPr>
          <p:cNvPr id="23" name="Foliennummernplatzhalter 4">
            <a:extLst>
              <a:ext uri="{FF2B5EF4-FFF2-40B4-BE49-F238E27FC236}">
                <a16:creationId xmlns:a16="http://schemas.microsoft.com/office/drawing/2014/main" id="{D8319E2C-9CCB-6E1B-A38D-7663FDE105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6" name="Textplatzhalter 20">
            <a:extLst>
              <a:ext uri="{FF2B5EF4-FFF2-40B4-BE49-F238E27FC236}">
                <a16:creationId xmlns:a16="http://schemas.microsoft.com/office/drawing/2014/main" id="{5794D0F0-7285-B8AE-281E-DC3CD9D4EEA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624" y="758632"/>
            <a:ext cx="9342000" cy="338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ggf. Unterüberschrift</a:t>
            </a:r>
          </a:p>
        </p:txBody>
      </p:sp>
      <p:sp>
        <p:nvSpPr>
          <p:cNvPr id="19" name="Textplatzhalter 12">
            <a:extLst>
              <a:ext uri="{FF2B5EF4-FFF2-40B4-BE49-F238E27FC236}">
                <a16:creationId xmlns:a16="http://schemas.microsoft.com/office/drawing/2014/main" id="{6E922C87-8CDB-5A7C-D6B4-50A5F8F559D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77565" y="4629920"/>
            <a:ext cx="433900" cy="59930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2800" b="1" kern="1200" cap="none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x</a:t>
            </a:r>
          </a:p>
        </p:txBody>
      </p:sp>
      <p:sp>
        <p:nvSpPr>
          <p:cNvPr id="20" name="Textplatzhalter 12">
            <a:extLst>
              <a:ext uri="{FF2B5EF4-FFF2-40B4-BE49-F238E27FC236}">
                <a16:creationId xmlns:a16="http://schemas.microsoft.com/office/drawing/2014/main" id="{C1C8C74C-994E-9021-6F62-71CACEAA48A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108086" y="2312376"/>
            <a:ext cx="433900" cy="59930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2800" b="1" kern="1200" cap="none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x</a:t>
            </a:r>
          </a:p>
        </p:txBody>
      </p:sp>
      <p:sp>
        <p:nvSpPr>
          <p:cNvPr id="21" name="Textplatzhalter 12">
            <a:extLst>
              <a:ext uri="{FF2B5EF4-FFF2-40B4-BE49-F238E27FC236}">
                <a16:creationId xmlns:a16="http://schemas.microsoft.com/office/drawing/2014/main" id="{13DD4683-AE33-D9D4-992E-63FED6FAB84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103649" y="3450443"/>
            <a:ext cx="433900" cy="59930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2800" b="1" kern="1200" cap="none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x</a:t>
            </a:r>
          </a:p>
        </p:txBody>
      </p:sp>
      <p:sp>
        <p:nvSpPr>
          <p:cNvPr id="25" name="Textplatzhalter 12">
            <a:extLst>
              <a:ext uri="{FF2B5EF4-FFF2-40B4-BE49-F238E27FC236}">
                <a16:creationId xmlns:a16="http://schemas.microsoft.com/office/drawing/2014/main" id="{B7C067E9-D8EC-527D-F22A-9FBF1B1C38E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106637" y="4629919"/>
            <a:ext cx="433900" cy="59930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2800" b="1" kern="1200" cap="none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/>
              <a:t>x</a:t>
            </a:r>
            <a:endParaRPr lang="de-DE" dirty="0"/>
          </a:p>
        </p:txBody>
      </p:sp>
      <p:sp>
        <p:nvSpPr>
          <p:cNvPr id="12" name="Textplatzhalter 12">
            <a:extLst>
              <a:ext uri="{FF2B5EF4-FFF2-40B4-BE49-F238E27FC236}">
                <a16:creationId xmlns:a16="http://schemas.microsoft.com/office/drawing/2014/main" id="{C6374083-B2E9-B087-2EED-F6D41BF392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0624" y="169617"/>
            <a:ext cx="10003758" cy="468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0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Agenda bearbeiten</a:t>
            </a: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720C03A8-9640-242F-3870-35CD692D727E}"/>
              </a:ext>
            </a:extLst>
          </p:cNvPr>
          <p:cNvCxnSpPr>
            <a:cxnSpLocks/>
          </p:cNvCxnSpPr>
          <p:nvPr userDrawn="1"/>
        </p:nvCxnSpPr>
        <p:spPr>
          <a:xfrm>
            <a:off x="710624" y="694508"/>
            <a:ext cx="0" cy="46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platzhalter 12">
            <a:extLst>
              <a:ext uri="{FF2B5EF4-FFF2-40B4-BE49-F238E27FC236}">
                <a16:creationId xmlns:a16="http://schemas.microsoft.com/office/drawing/2014/main" id="{4CA1C370-E7CD-F20A-DC3C-2D55CD7BD03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73065" y="3450443"/>
            <a:ext cx="433900" cy="59930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2800" b="1" kern="1200" cap="none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x</a:t>
            </a:r>
          </a:p>
        </p:txBody>
      </p:sp>
      <p:sp>
        <p:nvSpPr>
          <p:cNvPr id="7" name="Textplatzhalter 12">
            <a:extLst>
              <a:ext uri="{FF2B5EF4-FFF2-40B4-BE49-F238E27FC236}">
                <a16:creationId xmlns:a16="http://schemas.microsoft.com/office/drawing/2014/main" id="{47A633AF-F00B-17F8-13B3-B5D8B4A2866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73065" y="2312375"/>
            <a:ext cx="433900" cy="59930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2800" b="1" kern="1200" cap="none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1903189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ennblat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0CF7BCD0-9768-44A4-8F8B-88737C115C2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5" t="308" r="41230" b="1"/>
          <a:stretch/>
        </p:blipFill>
        <p:spPr>
          <a:xfrm>
            <a:off x="-13097" y="0"/>
            <a:ext cx="6092550" cy="6858000"/>
          </a:xfrm>
          <a:prstGeom prst="rect">
            <a:avLst/>
          </a:prstGeom>
        </p:spPr>
      </p:pic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DD4A78C2-5C6B-4BCD-A70D-7D738FEF7414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6874340" y="3432369"/>
            <a:ext cx="0" cy="1404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platzhalter 12">
            <a:extLst>
              <a:ext uri="{FF2B5EF4-FFF2-40B4-BE49-F238E27FC236}">
                <a16:creationId xmlns:a16="http://schemas.microsoft.com/office/drawing/2014/main" id="{F0214C57-AAE2-42B6-A95F-C39478581E6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7062054" y="3432694"/>
            <a:ext cx="4518705" cy="140335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lnSpc>
                <a:spcPct val="150000"/>
              </a:lnSpc>
              <a:buNone/>
              <a:defRPr sz="36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Abschnittstitel</a:t>
            </a:r>
          </a:p>
          <a:p>
            <a:pPr lvl="0"/>
            <a:r>
              <a:rPr lang="de-DE" dirty="0"/>
              <a:t>bearbeiten</a:t>
            </a:r>
          </a:p>
        </p:txBody>
      </p:sp>
      <p:sp>
        <p:nvSpPr>
          <p:cNvPr id="11" name="Bildplatzhalter 2">
            <a:extLst>
              <a:ext uri="{FF2B5EF4-FFF2-40B4-BE49-F238E27FC236}">
                <a16:creationId xmlns:a16="http://schemas.microsoft.com/office/drawing/2014/main" id="{03A65BA6-83D9-48A0-812F-C64B4045A85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4"/>
          </p:nvPr>
        </p:nvSpPr>
        <p:spPr>
          <a:xfrm>
            <a:off x="486588" y="482823"/>
            <a:ext cx="6107829" cy="5892354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>
              <a:buNone/>
              <a:defRPr sz="20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A7B29AF-36A7-F359-BD0C-B7ECB3C04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F2368AB6-D3F6-6847-583D-7FBECFCDD06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668" y="166892"/>
            <a:ext cx="1004013" cy="778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022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ußzeilenplatzhalter 4">
            <a:extLst>
              <a:ext uri="{FF2B5EF4-FFF2-40B4-BE49-F238E27FC236}">
                <a16:creationId xmlns:a16="http://schemas.microsoft.com/office/drawing/2014/main" id="{B417B443-C717-DE1C-51E2-A1F371EABC6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Samuel Brunner | Vertiefung Microcontrollertechnik </a:t>
            </a:r>
          </a:p>
        </p:txBody>
      </p:sp>
      <p:sp>
        <p:nvSpPr>
          <p:cNvPr id="10" name="Foliennummernplatzhalter 4">
            <a:extLst>
              <a:ext uri="{FF2B5EF4-FFF2-40B4-BE49-F238E27FC236}">
                <a16:creationId xmlns:a16="http://schemas.microsoft.com/office/drawing/2014/main" id="{C8D99DD4-0436-4FC8-D0D6-28DE770600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78D89E6E-70A8-BF37-78E9-392BAE1FB2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668" y="166892"/>
            <a:ext cx="1004013" cy="778061"/>
          </a:xfrm>
          <a:prstGeom prst="rect">
            <a:avLst/>
          </a:prstGeom>
        </p:spPr>
      </p:pic>
      <p:sp>
        <p:nvSpPr>
          <p:cNvPr id="6" name="Textplatzhalter 9">
            <a:extLst>
              <a:ext uri="{FF2B5EF4-FFF2-40B4-BE49-F238E27FC236}">
                <a16:creationId xmlns:a16="http://schemas.microsoft.com/office/drawing/2014/main" id="{301C6C7C-F030-D039-FD42-EF0710638F7B}"/>
              </a:ext>
            </a:extLst>
          </p:cNvPr>
          <p:cNvSpPr txBox="1">
            <a:spLocks/>
          </p:cNvSpPr>
          <p:nvPr userDrawn="1"/>
        </p:nvSpPr>
        <p:spPr>
          <a:xfrm>
            <a:off x="710624" y="208468"/>
            <a:ext cx="11035427" cy="392688"/>
          </a:xfrm>
          <a:prstGeom prst="rect">
            <a:avLst/>
          </a:prstGeom>
        </p:spPr>
        <p:txBody>
          <a:bodyPr tIns="0" bIns="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de-DE" sz="3000" b="1" cap="none" dirty="0"/>
          </a:p>
        </p:txBody>
      </p:sp>
      <p:sp>
        <p:nvSpPr>
          <p:cNvPr id="7" name="Textplatzhalter 20">
            <a:extLst>
              <a:ext uri="{FF2B5EF4-FFF2-40B4-BE49-F238E27FC236}">
                <a16:creationId xmlns:a16="http://schemas.microsoft.com/office/drawing/2014/main" id="{6B9A0A94-AF94-A5AE-857C-AE146B3ACA7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624" y="758632"/>
            <a:ext cx="10003758" cy="338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ggf. Unterüberschrift</a:t>
            </a:r>
          </a:p>
        </p:txBody>
      </p:sp>
      <p:sp>
        <p:nvSpPr>
          <p:cNvPr id="8" name="Textplatzhalter 12">
            <a:extLst>
              <a:ext uri="{FF2B5EF4-FFF2-40B4-BE49-F238E27FC236}">
                <a16:creationId xmlns:a16="http://schemas.microsoft.com/office/drawing/2014/main" id="{71EEDE55-E62D-236E-DA43-58A44B0F2C3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0624" y="169617"/>
            <a:ext cx="10003758" cy="468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0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/>
              <a:t>Titel bearbeiten</a:t>
            </a:r>
          </a:p>
        </p:txBody>
      </p:sp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DC7ED218-D524-00D6-4D50-A5AC12247E6B}"/>
              </a:ext>
            </a:extLst>
          </p:cNvPr>
          <p:cNvCxnSpPr>
            <a:cxnSpLocks/>
          </p:cNvCxnSpPr>
          <p:nvPr userDrawn="1"/>
        </p:nvCxnSpPr>
        <p:spPr>
          <a:xfrm>
            <a:off x="710624" y="694508"/>
            <a:ext cx="0" cy="46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80587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421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ußzeilenplatzhalter 4">
            <a:extLst>
              <a:ext uri="{FF2B5EF4-FFF2-40B4-BE49-F238E27FC236}">
                <a16:creationId xmlns:a16="http://schemas.microsoft.com/office/drawing/2014/main" id="{B417B443-C717-DE1C-51E2-A1F371EABC6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Samuel Brunner | Vertiefung Microcontrollertechnik </a:t>
            </a:r>
          </a:p>
        </p:txBody>
      </p:sp>
      <p:sp>
        <p:nvSpPr>
          <p:cNvPr id="10" name="Foliennummernplatzhalter 4">
            <a:extLst>
              <a:ext uri="{FF2B5EF4-FFF2-40B4-BE49-F238E27FC236}">
                <a16:creationId xmlns:a16="http://schemas.microsoft.com/office/drawing/2014/main" id="{C8D99DD4-0436-4FC8-D0D6-28DE770600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78D89E6E-70A8-BF37-78E9-392BAE1FB2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668" y="166892"/>
            <a:ext cx="1004013" cy="778061"/>
          </a:xfrm>
          <a:prstGeom prst="rect">
            <a:avLst/>
          </a:prstGeom>
        </p:spPr>
      </p:pic>
      <p:sp>
        <p:nvSpPr>
          <p:cNvPr id="6" name="Textplatzhalter 9">
            <a:extLst>
              <a:ext uri="{FF2B5EF4-FFF2-40B4-BE49-F238E27FC236}">
                <a16:creationId xmlns:a16="http://schemas.microsoft.com/office/drawing/2014/main" id="{301C6C7C-F030-D039-FD42-EF0710638F7B}"/>
              </a:ext>
            </a:extLst>
          </p:cNvPr>
          <p:cNvSpPr txBox="1">
            <a:spLocks/>
          </p:cNvSpPr>
          <p:nvPr userDrawn="1"/>
        </p:nvSpPr>
        <p:spPr>
          <a:xfrm>
            <a:off x="710624" y="208468"/>
            <a:ext cx="11035427" cy="392688"/>
          </a:xfrm>
          <a:prstGeom prst="rect">
            <a:avLst/>
          </a:prstGeom>
        </p:spPr>
        <p:txBody>
          <a:bodyPr tIns="0" bIns="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de-DE" sz="3000" b="1" cap="none" dirty="0"/>
          </a:p>
        </p:txBody>
      </p:sp>
      <p:sp>
        <p:nvSpPr>
          <p:cNvPr id="8" name="Textplatzhalter 12">
            <a:extLst>
              <a:ext uri="{FF2B5EF4-FFF2-40B4-BE49-F238E27FC236}">
                <a16:creationId xmlns:a16="http://schemas.microsoft.com/office/drawing/2014/main" id="{71EEDE55-E62D-236E-DA43-58A44B0F2C3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0624" y="169617"/>
            <a:ext cx="10003758" cy="468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0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/>
              <a:t>Titel bearbeiten</a:t>
            </a:r>
          </a:p>
        </p:txBody>
      </p:sp>
    </p:spTree>
    <p:extLst>
      <p:ext uri="{BB962C8B-B14F-4D97-AF65-F5344CB8AC3E}">
        <p14:creationId xmlns:p14="http://schemas.microsoft.com/office/powerpoint/2010/main" val="13662406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4216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3F2E1F1-0D02-4959-AEA1-9B7C21B10922}"/>
              </a:ext>
            </a:extLst>
          </p:cNvPr>
          <p:cNvSpPr>
            <a:spLocks noGrp="1" noChangeAspect="1"/>
          </p:cNvSpPr>
          <p:nvPr>
            <p:ph sz="quarter" idx="14"/>
          </p:nvPr>
        </p:nvSpPr>
        <p:spPr>
          <a:xfrm>
            <a:off x="695325" y="1628775"/>
            <a:ext cx="10801350" cy="478790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 marL="742950" indent="-285750">
              <a:buFont typeface="Arial" panose="020B0604020202020204" pitchFamily="34" charset="0"/>
              <a:buChar char="•"/>
              <a:defRPr sz="1800"/>
            </a:lvl2pPr>
            <a:lvl3pPr marL="1200150" indent="-285750">
              <a:buFont typeface="Arial" panose="020B0604020202020204" pitchFamily="34" charset="0"/>
              <a:buChar char="•"/>
              <a:defRPr sz="16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 sz="1800"/>
              <a:t>Aufzählung</a:t>
            </a:r>
          </a:p>
          <a:p>
            <a:pPr lvl="2"/>
            <a:r>
              <a:rPr lang="de-DE" sz="1600"/>
              <a:t>Aufzählung</a:t>
            </a:r>
            <a:endParaRPr lang="de-DE" sz="1800"/>
          </a:p>
          <a:p>
            <a:pPr lvl="2"/>
            <a:endParaRPr lang="de-DE" sz="1800"/>
          </a:p>
          <a:p>
            <a:pPr lvl="1"/>
            <a:endParaRPr lang="de-DE"/>
          </a:p>
        </p:txBody>
      </p:sp>
      <p:sp>
        <p:nvSpPr>
          <p:cNvPr id="10" name="Fußzeilenplatzhalter 4">
            <a:extLst>
              <a:ext uri="{FF2B5EF4-FFF2-40B4-BE49-F238E27FC236}">
                <a16:creationId xmlns:a16="http://schemas.microsoft.com/office/drawing/2014/main" id="{E710D1FC-33EB-5F62-730E-709B705D2A49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Samuel Brunner | Vertiefung Microcontrollertechnik </a:t>
            </a:r>
          </a:p>
        </p:txBody>
      </p:sp>
      <p:sp>
        <p:nvSpPr>
          <p:cNvPr id="11" name="Foliennummernplatzhalter 4">
            <a:extLst>
              <a:ext uri="{FF2B5EF4-FFF2-40B4-BE49-F238E27FC236}">
                <a16:creationId xmlns:a16="http://schemas.microsoft.com/office/drawing/2014/main" id="{0EDD0381-30D2-5D27-E65E-5F0B589AAE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F2A2AA24-B1FD-5BE3-D341-4D4CF866BD4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668" y="166892"/>
            <a:ext cx="1004013" cy="778061"/>
          </a:xfrm>
          <a:prstGeom prst="rect">
            <a:avLst/>
          </a:prstGeom>
        </p:spPr>
      </p:pic>
      <p:sp>
        <p:nvSpPr>
          <p:cNvPr id="12" name="Textplatzhalter 20">
            <a:extLst>
              <a:ext uri="{FF2B5EF4-FFF2-40B4-BE49-F238E27FC236}">
                <a16:creationId xmlns:a16="http://schemas.microsoft.com/office/drawing/2014/main" id="{808313F5-BC07-8F6B-D6BE-2AF768C10F4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624" y="758632"/>
            <a:ext cx="10003758" cy="338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ggf. Unterüberschrift</a:t>
            </a:r>
          </a:p>
        </p:txBody>
      </p:sp>
      <p:sp>
        <p:nvSpPr>
          <p:cNvPr id="14" name="Textplatzhalter 12">
            <a:extLst>
              <a:ext uri="{FF2B5EF4-FFF2-40B4-BE49-F238E27FC236}">
                <a16:creationId xmlns:a16="http://schemas.microsoft.com/office/drawing/2014/main" id="{3BEBF174-4D7E-A5C7-2833-845F10D841E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0624" y="169617"/>
            <a:ext cx="10003758" cy="468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0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/>
              <a:t>Titel bearbeiten</a:t>
            </a: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BAC8E13F-C99D-B80E-D1EB-3976E4190929}"/>
              </a:ext>
            </a:extLst>
          </p:cNvPr>
          <p:cNvCxnSpPr>
            <a:cxnSpLocks/>
          </p:cNvCxnSpPr>
          <p:nvPr userDrawn="1"/>
        </p:nvCxnSpPr>
        <p:spPr>
          <a:xfrm>
            <a:off x="710624" y="694508"/>
            <a:ext cx="0" cy="46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98173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4065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3F2E1F1-0D02-4959-AEA1-9B7C21B10922}"/>
              </a:ext>
            </a:extLst>
          </p:cNvPr>
          <p:cNvSpPr>
            <a:spLocks noGrp="1" noChangeAspect="1"/>
          </p:cNvSpPr>
          <p:nvPr>
            <p:ph sz="quarter" idx="14"/>
          </p:nvPr>
        </p:nvSpPr>
        <p:spPr>
          <a:xfrm>
            <a:off x="695325" y="944953"/>
            <a:ext cx="10801350" cy="5471722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 marL="742950" indent="-285750">
              <a:buFont typeface="Arial" panose="020B0604020202020204" pitchFamily="34" charset="0"/>
              <a:buChar char="•"/>
              <a:defRPr sz="1800"/>
            </a:lvl2pPr>
            <a:lvl3pPr marL="1200150" indent="-285750">
              <a:buFont typeface="Arial" panose="020B0604020202020204" pitchFamily="34" charset="0"/>
              <a:buChar char="•"/>
              <a:defRPr sz="16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 sz="1800"/>
              <a:t>Aufzählung</a:t>
            </a:r>
          </a:p>
          <a:p>
            <a:pPr lvl="2"/>
            <a:r>
              <a:rPr lang="de-DE" sz="1600"/>
              <a:t>Aufzählung</a:t>
            </a:r>
            <a:endParaRPr lang="de-DE" sz="1800"/>
          </a:p>
          <a:p>
            <a:pPr lvl="2"/>
            <a:endParaRPr lang="de-DE" sz="1800"/>
          </a:p>
          <a:p>
            <a:pPr lvl="1"/>
            <a:endParaRPr lang="de-DE"/>
          </a:p>
        </p:txBody>
      </p:sp>
      <p:sp>
        <p:nvSpPr>
          <p:cNvPr id="10" name="Fußzeilenplatzhalter 4">
            <a:extLst>
              <a:ext uri="{FF2B5EF4-FFF2-40B4-BE49-F238E27FC236}">
                <a16:creationId xmlns:a16="http://schemas.microsoft.com/office/drawing/2014/main" id="{E710D1FC-33EB-5F62-730E-709B705D2A49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Samuel Brunner | Vertiefung Microcontrollertechnik </a:t>
            </a:r>
          </a:p>
        </p:txBody>
      </p:sp>
      <p:sp>
        <p:nvSpPr>
          <p:cNvPr id="11" name="Foliennummernplatzhalter 4">
            <a:extLst>
              <a:ext uri="{FF2B5EF4-FFF2-40B4-BE49-F238E27FC236}">
                <a16:creationId xmlns:a16="http://schemas.microsoft.com/office/drawing/2014/main" id="{0EDD0381-30D2-5D27-E65E-5F0B589AAE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F2A2AA24-B1FD-5BE3-D341-4D4CF866BD4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668" y="166892"/>
            <a:ext cx="1004013" cy="778061"/>
          </a:xfrm>
          <a:prstGeom prst="rect">
            <a:avLst/>
          </a:prstGeom>
        </p:spPr>
      </p:pic>
      <p:sp>
        <p:nvSpPr>
          <p:cNvPr id="14" name="Textplatzhalter 12">
            <a:extLst>
              <a:ext uri="{FF2B5EF4-FFF2-40B4-BE49-F238E27FC236}">
                <a16:creationId xmlns:a16="http://schemas.microsoft.com/office/drawing/2014/main" id="{3BEBF174-4D7E-A5C7-2833-845F10D841E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0624" y="169617"/>
            <a:ext cx="10003758" cy="468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0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/>
              <a:t>Titel bearbeiten</a:t>
            </a:r>
          </a:p>
        </p:txBody>
      </p:sp>
    </p:spTree>
    <p:extLst>
      <p:ext uri="{BB962C8B-B14F-4D97-AF65-F5344CB8AC3E}">
        <p14:creationId xmlns:p14="http://schemas.microsoft.com/office/powerpoint/2010/main" val="25858415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4065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und 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C032E68A-A5F8-4F95-BE23-6A1FEBF5EAA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21" t="17394" r="25497"/>
          <a:stretch/>
        </p:blipFill>
        <p:spPr>
          <a:xfrm>
            <a:off x="6843427" y="1955342"/>
            <a:ext cx="4653248" cy="4170502"/>
          </a:xfrm>
          <a:prstGeom prst="rect">
            <a:avLst/>
          </a:prstGeom>
        </p:spPr>
      </p:pic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E63D0DF3-6E23-4737-816E-1F39793DA13F}"/>
              </a:ext>
            </a:extLst>
          </p:cNvPr>
          <p:cNvCxnSpPr>
            <a:cxnSpLocks/>
          </p:cNvCxnSpPr>
          <p:nvPr userDrawn="1"/>
        </p:nvCxnSpPr>
        <p:spPr>
          <a:xfrm>
            <a:off x="6243546" y="1659138"/>
            <a:ext cx="0" cy="4140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Bildplatzhalter 3">
            <a:extLst>
              <a:ext uri="{FF2B5EF4-FFF2-40B4-BE49-F238E27FC236}">
                <a16:creationId xmlns:a16="http://schemas.microsoft.com/office/drawing/2014/main" id="{81573B5D-7068-44A9-BD10-AF91C5426623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6534468" y="1628775"/>
            <a:ext cx="4624387" cy="4170363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/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223AB248-A58E-44A7-9C3A-41D8DDB3B6F6}"/>
              </a:ext>
            </a:extLst>
          </p:cNvPr>
          <p:cNvSpPr>
            <a:spLocks noGrp="1" noChangeAspect="1"/>
          </p:cNvSpPr>
          <p:nvPr>
            <p:ph type="body" sz="quarter" idx="16"/>
          </p:nvPr>
        </p:nvSpPr>
        <p:spPr>
          <a:xfrm>
            <a:off x="695325" y="1635624"/>
            <a:ext cx="5276160" cy="4163514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Aufzählung</a:t>
            </a:r>
          </a:p>
          <a:p>
            <a:pPr lvl="2"/>
            <a:r>
              <a:rPr lang="de-DE"/>
              <a:t>Aufzählung</a:t>
            </a:r>
          </a:p>
        </p:txBody>
      </p:sp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6B37FCF9-12DC-4309-B18D-884BD5D83F29}"/>
              </a:ext>
            </a:extLst>
          </p:cNvPr>
          <p:cNvSpPr>
            <a:spLocks noGrp="1" noChangeAspect="1"/>
          </p:cNvSpPr>
          <p:nvPr>
            <p:ph type="body" sz="quarter" idx="17" hasCustomPrompt="1"/>
          </p:nvPr>
        </p:nvSpPr>
        <p:spPr>
          <a:xfrm rot="16200000">
            <a:off x="5205850" y="2504121"/>
            <a:ext cx="2092325" cy="341632"/>
          </a:xfrm>
          <a:prstGeom prst="rect">
            <a:avLst/>
          </a:prstGeom>
          <a:solidFill>
            <a:schemeClr val="bg1"/>
          </a:solidFill>
        </p:spPr>
        <p:txBody>
          <a:bodyPr wrap="square" anchor="ctr">
            <a:spAutoFit/>
          </a:bodyPr>
          <a:lstStyle>
            <a:lvl1pPr marL="0" indent="0" algn="r">
              <a:buNone/>
              <a:defRPr sz="1800" cap="none" baseline="0"/>
            </a:lvl1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9" name="Fußzeilenplatzhalter 4">
            <a:extLst>
              <a:ext uri="{FF2B5EF4-FFF2-40B4-BE49-F238E27FC236}">
                <a16:creationId xmlns:a16="http://schemas.microsoft.com/office/drawing/2014/main" id="{50DB9C2F-391B-8AB1-F0C2-FD65D2E9DC7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Samuel Brunner | Vertiefung Microcontrollertechnik </a:t>
            </a:r>
          </a:p>
        </p:txBody>
      </p:sp>
      <p:sp>
        <p:nvSpPr>
          <p:cNvPr id="11" name="Foliennummernplatzhalter 4">
            <a:extLst>
              <a:ext uri="{FF2B5EF4-FFF2-40B4-BE49-F238E27FC236}">
                <a16:creationId xmlns:a16="http://schemas.microsoft.com/office/drawing/2014/main" id="{64C625DA-61BE-7DDE-23F1-B7C934AC6C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56A53E60-99B7-74FB-34F3-F2751302C68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668" y="166892"/>
            <a:ext cx="1004013" cy="778061"/>
          </a:xfrm>
          <a:prstGeom prst="rect">
            <a:avLst/>
          </a:prstGeom>
        </p:spPr>
      </p:pic>
      <p:sp>
        <p:nvSpPr>
          <p:cNvPr id="4" name="Textplatzhalter 20">
            <a:extLst>
              <a:ext uri="{FF2B5EF4-FFF2-40B4-BE49-F238E27FC236}">
                <a16:creationId xmlns:a16="http://schemas.microsoft.com/office/drawing/2014/main" id="{8FA2E1A3-695C-C7B5-78F0-40A987ED6EF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624" y="758632"/>
            <a:ext cx="10003758" cy="338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ggf. Unterüberschrift</a:t>
            </a:r>
          </a:p>
        </p:txBody>
      </p:sp>
      <p:sp>
        <p:nvSpPr>
          <p:cNvPr id="8" name="Textplatzhalter 12">
            <a:extLst>
              <a:ext uri="{FF2B5EF4-FFF2-40B4-BE49-F238E27FC236}">
                <a16:creationId xmlns:a16="http://schemas.microsoft.com/office/drawing/2014/main" id="{1E394535-7D62-0C15-1253-335587D3DE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0624" y="169617"/>
            <a:ext cx="10003758" cy="468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0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/>
              <a:t>Titel bearbeiten</a:t>
            </a:r>
          </a:p>
        </p:txBody>
      </p:sp>
      <p:cxnSp>
        <p:nvCxnSpPr>
          <p:cNvPr id="3" name="Gerader Verbinder 2">
            <a:extLst>
              <a:ext uri="{FF2B5EF4-FFF2-40B4-BE49-F238E27FC236}">
                <a16:creationId xmlns:a16="http://schemas.microsoft.com/office/drawing/2014/main" id="{9F9C1EEA-148F-E0E5-538D-F0AA56AB923E}"/>
              </a:ext>
            </a:extLst>
          </p:cNvPr>
          <p:cNvCxnSpPr>
            <a:cxnSpLocks/>
          </p:cNvCxnSpPr>
          <p:nvPr userDrawn="1"/>
        </p:nvCxnSpPr>
        <p:spPr>
          <a:xfrm>
            <a:off x="710624" y="694508"/>
            <a:ext cx="0" cy="46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43332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4216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Bild und Text li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fik 11">
            <a:extLst>
              <a:ext uri="{FF2B5EF4-FFF2-40B4-BE49-F238E27FC236}">
                <a16:creationId xmlns:a16="http://schemas.microsoft.com/office/drawing/2014/main" id="{57A037FA-4745-4823-8F05-D6905FB92A3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45" r="27896" b="-1"/>
          <a:stretch/>
        </p:blipFill>
        <p:spPr>
          <a:xfrm>
            <a:off x="7233717" y="1905001"/>
            <a:ext cx="4255077" cy="3865328"/>
          </a:xfrm>
          <a:prstGeom prst="rect">
            <a:avLst/>
          </a:prstGeom>
        </p:spPr>
      </p:pic>
      <p:sp>
        <p:nvSpPr>
          <p:cNvPr id="24" name="Bildplatzhalter 3">
            <a:extLst>
              <a:ext uri="{FF2B5EF4-FFF2-40B4-BE49-F238E27FC236}">
                <a16:creationId xmlns:a16="http://schemas.microsoft.com/office/drawing/2014/main" id="{517047C7-19F8-49CE-901B-12E8122157FF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932515" y="1628775"/>
            <a:ext cx="4254500" cy="3375025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762F7910-7519-4EDB-BD41-DC5461DE87DF}"/>
              </a:ext>
            </a:extLst>
          </p:cNvPr>
          <p:cNvSpPr>
            <a:spLocks noChangeAspect="1"/>
          </p:cNvSpPr>
          <p:nvPr/>
        </p:nvSpPr>
        <p:spPr>
          <a:xfrm>
            <a:off x="6932515" y="5003802"/>
            <a:ext cx="4255200" cy="440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>
              <a:solidFill>
                <a:schemeClr val="tx1"/>
              </a:solidFill>
            </a:endParaRP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59C59F3-03E9-46E7-84E8-FCDFB1BE944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932515" y="5013325"/>
            <a:ext cx="4254500" cy="43021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="1"/>
            </a:lvl1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6F72443-43B5-4437-879E-EA7079B40217}"/>
              </a:ext>
            </a:extLst>
          </p:cNvPr>
          <p:cNvSpPr>
            <a:spLocks noGrp="1" noChangeAspect="1"/>
          </p:cNvSpPr>
          <p:nvPr>
            <p:ph type="body" sz="quarter" idx="19"/>
          </p:nvPr>
        </p:nvSpPr>
        <p:spPr>
          <a:xfrm>
            <a:off x="702916" y="1628775"/>
            <a:ext cx="5884862" cy="4141788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 marL="800100" indent="-342900">
              <a:buFont typeface="Arial" panose="020B0604020202020204" pitchFamily="34" charset="0"/>
              <a:buChar char="•"/>
              <a:defRPr sz="1800"/>
            </a:lvl2pPr>
            <a:lvl3pPr>
              <a:defRPr sz="1600"/>
            </a:lvl3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Aufzählung</a:t>
            </a:r>
          </a:p>
          <a:p>
            <a:pPr lvl="2"/>
            <a:r>
              <a:rPr lang="de-DE"/>
              <a:t>Aufzählung</a:t>
            </a:r>
          </a:p>
        </p:txBody>
      </p:sp>
      <p:sp>
        <p:nvSpPr>
          <p:cNvPr id="10" name="Fußzeilenplatzhalter 4">
            <a:extLst>
              <a:ext uri="{FF2B5EF4-FFF2-40B4-BE49-F238E27FC236}">
                <a16:creationId xmlns:a16="http://schemas.microsoft.com/office/drawing/2014/main" id="{9754CBCD-F31D-8623-7DCE-33A945F0902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Samuel Brunner | Vertiefung Microcontrollertechnik </a:t>
            </a:r>
          </a:p>
        </p:txBody>
      </p:sp>
      <p:sp>
        <p:nvSpPr>
          <p:cNvPr id="11" name="Foliennummernplatzhalter 4">
            <a:extLst>
              <a:ext uri="{FF2B5EF4-FFF2-40B4-BE49-F238E27FC236}">
                <a16:creationId xmlns:a16="http://schemas.microsoft.com/office/drawing/2014/main" id="{55888A9E-D475-4CFF-BBD6-880C3F14E4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1991A056-821D-DF40-720E-F0EC6EA376E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668" y="166892"/>
            <a:ext cx="1004013" cy="778061"/>
          </a:xfrm>
          <a:prstGeom prst="rect">
            <a:avLst/>
          </a:prstGeom>
        </p:spPr>
      </p:pic>
      <p:sp>
        <p:nvSpPr>
          <p:cNvPr id="8" name="Textplatzhalter 20">
            <a:extLst>
              <a:ext uri="{FF2B5EF4-FFF2-40B4-BE49-F238E27FC236}">
                <a16:creationId xmlns:a16="http://schemas.microsoft.com/office/drawing/2014/main" id="{9C952C0F-BD5E-AA40-3294-1F845856159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624" y="758632"/>
            <a:ext cx="10003758" cy="338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ggf. Unterüberschrift</a:t>
            </a:r>
          </a:p>
        </p:txBody>
      </p:sp>
      <p:sp>
        <p:nvSpPr>
          <p:cNvPr id="9" name="Textplatzhalter 12">
            <a:extLst>
              <a:ext uri="{FF2B5EF4-FFF2-40B4-BE49-F238E27FC236}">
                <a16:creationId xmlns:a16="http://schemas.microsoft.com/office/drawing/2014/main" id="{C982E1D8-C57F-C526-C24A-E35704619F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0624" y="169617"/>
            <a:ext cx="10003758" cy="468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0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/>
              <a:t>Titel bearbeiten</a:t>
            </a:r>
          </a:p>
        </p:txBody>
      </p: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3CCB9892-3932-F916-3B4C-1D9CC045D25E}"/>
              </a:ext>
            </a:extLst>
          </p:cNvPr>
          <p:cNvCxnSpPr>
            <a:cxnSpLocks/>
          </p:cNvCxnSpPr>
          <p:nvPr userDrawn="1"/>
        </p:nvCxnSpPr>
        <p:spPr>
          <a:xfrm>
            <a:off x="710624" y="694508"/>
            <a:ext cx="0" cy="46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76560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158" userDrawn="1">
          <p15:clr>
            <a:srgbClr val="FBAE40"/>
          </p15:clr>
        </p15:guide>
        <p15:guide id="4" orient="horz" pos="3634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2 Bilder, Schraffur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fik 9">
            <a:extLst>
              <a:ext uri="{FF2B5EF4-FFF2-40B4-BE49-F238E27FC236}">
                <a16:creationId xmlns:a16="http://schemas.microsoft.com/office/drawing/2014/main" id="{6C498BF1-9730-48F9-B608-0331608854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45" r="27896" b="-1"/>
          <a:stretch/>
        </p:blipFill>
        <p:spPr>
          <a:xfrm>
            <a:off x="7245137" y="1905001"/>
            <a:ext cx="4255077" cy="3865328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57A037FA-4745-4823-8F05-D6905FB92A3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45" r="27896" b="-1"/>
          <a:stretch/>
        </p:blipFill>
        <p:spPr>
          <a:xfrm>
            <a:off x="996527" y="1905001"/>
            <a:ext cx="4255077" cy="3865328"/>
          </a:xfrm>
          <a:prstGeom prst="rect">
            <a:avLst/>
          </a:prstGeom>
        </p:spPr>
      </p:pic>
      <p:sp>
        <p:nvSpPr>
          <p:cNvPr id="24" name="Bildplatzhalter 3">
            <a:extLst>
              <a:ext uri="{FF2B5EF4-FFF2-40B4-BE49-F238E27FC236}">
                <a16:creationId xmlns:a16="http://schemas.microsoft.com/office/drawing/2014/main" id="{517047C7-19F8-49CE-901B-12E8122157FF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95325" y="1628775"/>
            <a:ext cx="4254500" cy="3375025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/>
          </a:p>
        </p:txBody>
      </p:sp>
      <p:sp>
        <p:nvSpPr>
          <p:cNvPr id="25" name="Bildplatzhalter 5">
            <a:extLst>
              <a:ext uri="{FF2B5EF4-FFF2-40B4-BE49-F238E27FC236}">
                <a16:creationId xmlns:a16="http://schemas.microsoft.com/office/drawing/2014/main" id="{6D101ECF-B33E-4877-9934-905496B4FD37}"/>
              </a:ext>
            </a:extLst>
          </p:cNvPr>
          <p:cNvSpPr>
            <a:spLocks noGrp="1" noChangeAspect="1"/>
          </p:cNvSpPr>
          <p:nvPr>
            <p:ph type="pic" sz="quarter" idx="17"/>
          </p:nvPr>
        </p:nvSpPr>
        <p:spPr>
          <a:xfrm>
            <a:off x="6937375" y="1628775"/>
            <a:ext cx="4254500" cy="33768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762F7910-7519-4EDB-BD41-DC5461DE87DF}"/>
              </a:ext>
            </a:extLst>
          </p:cNvPr>
          <p:cNvSpPr>
            <a:spLocks noChangeAspect="1"/>
          </p:cNvSpPr>
          <p:nvPr/>
        </p:nvSpPr>
        <p:spPr>
          <a:xfrm>
            <a:off x="695325" y="5003802"/>
            <a:ext cx="4255200" cy="440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b="1">
              <a:solidFill>
                <a:schemeClr val="tx1"/>
              </a:solidFill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D7545F24-CEF5-4C07-B5BF-74A54EC87B0E}"/>
              </a:ext>
            </a:extLst>
          </p:cNvPr>
          <p:cNvSpPr>
            <a:spLocks noChangeAspect="1"/>
          </p:cNvSpPr>
          <p:nvPr/>
        </p:nvSpPr>
        <p:spPr>
          <a:xfrm>
            <a:off x="6936734" y="5003802"/>
            <a:ext cx="4255200" cy="440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algn="ctr"/>
            <a:endParaRPr lang="de-DE" b="1">
              <a:solidFill>
                <a:schemeClr val="tx1"/>
              </a:solidFill>
            </a:endParaRP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59C59F3-03E9-46E7-84E8-FCDFB1BE944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95325" y="5013325"/>
            <a:ext cx="4254500" cy="43021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712346BE-4625-4F22-B8EC-FBC04E0518B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937375" y="5013325"/>
            <a:ext cx="4254500" cy="43021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11" name="Fußzeilenplatzhalter 4">
            <a:extLst>
              <a:ext uri="{FF2B5EF4-FFF2-40B4-BE49-F238E27FC236}">
                <a16:creationId xmlns:a16="http://schemas.microsoft.com/office/drawing/2014/main" id="{18D57A5E-1C9B-8EB5-68B4-AE98F593977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Samuel Brunner | Vertiefung Microcontrollertechnik </a:t>
            </a:r>
          </a:p>
        </p:txBody>
      </p:sp>
      <p:sp>
        <p:nvSpPr>
          <p:cNvPr id="15" name="Foliennummernplatzhalter 4">
            <a:extLst>
              <a:ext uri="{FF2B5EF4-FFF2-40B4-BE49-F238E27FC236}">
                <a16:creationId xmlns:a16="http://schemas.microsoft.com/office/drawing/2014/main" id="{38CF3F62-9E31-C8F7-49DB-9095373E6A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089DC535-3E75-83E4-44D8-CAA39E6C127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668" y="166892"/>
            <a:ext cx="1004013" cy="778061"/>
          </a:xfrm>
          <a:prstGeom prst="rect">
            <a:avLst/>
          </a:prstGeom>
        </p:spPr>
      </p:pic>
      <p:sp>
        <p:nvSpPr>
          <p:cNvPr id="8" name="Textplatzhalter 20">
            <a:extLst>
              <a:ext uri="{FF2B5EF4-FFF2-40B4-BE49-F238E27FC236}">
                <a16:creationId xmlns:a16="http://schemas.microsoft.com/office/drawing/2014/main" id="{89D09D48-0BAE-AAC9-EB0F-2D662F89929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624" y="758632"/>
            <a:ext cx="10003758" cy="338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ggf. Unterüberschrift</a:t>
            </a:r>
          </a:p>
        </p:txBody>
      </p:sp>
      <p:sp>
        <p:nvSpPr>
          <p:cNvPr id="9" name="Textplatzhalter 12">
            <a:extLst>
              <a:ext uri="{FF2B5EF4-FFF2-40B4-BE49-F238E27FC236}">
                <a16:creationId xmlns:a16="http://schemas.microsoft.com/office/drawing/2014/main" id="{6D3E1870-0E92-0896-9AD3-8B1690CDF07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0624" y="169617"/>
            <a:ext cx="10003758" cy="468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0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/>
              <a:t>Titel bearbeiten</a:t>
            </a:r>
          </a:p>
        </p:txBody>
      </p: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9A1D4DE7-4566-3924-561A-F8226287C1C6}"/>
              </a:ext>
            </a:extLst>
          </p:cNvPr>
          <p:cNvCxnSpPr>
            <a:cxnSpLocks/>
          </p:cNvCxnSpPr>
          <p:nvPr userDrawn="1"/>
        </p:nvCxnSpPr>
        <p:spPr>
          <a:xfrm>
            <a:off x="710624" y="694508"/>
            <a:ext cx="0" cy="46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75866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158" userDrawn="1">
          <p15:clr>
            <a:srgbClr val="FBAE40"/>
          </p15:clr>
        </p15:guide>
        <p15:guide id="4" orient="horz" pos="343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Bild, Schraffur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E6C3BBB8-B315-4324-9819-3A9DFB33F18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293" r="-299" b="1081"/>
          <a:stretch/>
        </p:blipFill>
        <p:spPr>
          <a:xfrm>
            <a:off x="1121831" y="1980196"/>
            <a:ext cx="10801350" cy="4472992"/>
          </a:xfrm>
          <a:prstGeom prst="rect">
            <a:avLst/>
          </a:prstGeom>
        </p:spPr>
      </p:pic>
      <p:sp>
        <p:nvSpPr>
          <p:cNvPr id="11" name="Bildplatzhalter 3">
            <a:extLst>
              <a:ext uri="{FF2B5EF4-FFF2-40B4-BE49-F238E27FC236}">
                <a16:creationId xmlns:a16="http://schemas.microsoft.com/office/drawing/2014/main" id="{86434FF1-F51D-48C3-AA65-F499D03561F4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711200" y="1628775"/>
            <a:ext cx="10785475" cy="442703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/>
          </a:p>
        </p:txBody>
      </p:sp>
      <p:sp>
        <p:nvSpPr>
          <p:cNvPr id="8" name="Fußzeilenplatzhalter 4">
            <a:extLst>
              <a:ext uri="{FF2B5EF4-FFF2-40B4-BE49-F238E27FC236}">
                <a16:creationId xmlns:a16="http://schemas.microsoft.com/office/drawing/2014/main" id="{59A2F5D1-4E52-C7E3-9C92-024C2B203683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Samuel Brunner | Vertiefung Microcontrollertechnik </a:t>
            </a:r>
          </a:p>
        </p:txBody>
      </p:sp>
      <p:sp>
        <p:nvSpPr>
          <p:cNvPr id="10" name="Foliennummernplatzhalter 4">
            <a:extLst>
              <a:ext uri="{FF2B5EF4-FFF2-40B4-BE49-F238E27FC236}">
                <a16:creationId xmlns:a16="http://schemas.microsoft.com/office/drawing/2014/main" id="{0D54374A-EF6C-C0A7-3D9C-275EFACE0A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243A6605-81C1-D2B9-4833-C2F8940BC12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668" y="166892"/>
            <a:ext cx="1004013" cy="778061"/>
          </a:xfrm>
          <a:prstGeom prst="rect">
            <a:avLst/>
          </a:prstGeom>
        </p:spPr>
      </p:pic>
      <p:sp>
        <p:nvSpPr>
          <p:cNvPr id="4" name="Textplatzhalter 20">
            <a:extLst>
              <a:ext uri="{FF2B5EF4-FFF2-40B4-BE49-F238E27FC236}">
                <a16:creationId xmlns:a16="http://schemas.microsoft.com/office/drawing/2014/main" id="{E8B946F8-1388-812E-0B7B-19198ACE132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624" y="758632"/>
            <a:ext cx="10003758" cy="338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ggf. Unterüberschrift</a:t>
            </a:r>
          </a:p>
        </p:txBody>
      </p:sp>
      <p:sp>
        <p:nvSpPr>
          <p:cNvPr id="6" name="Textplatzhalter 12">
            <a:extLst>
              <a:ext uri="{FF2B5EF4-FFF2-40B4-BE49-F238E27FC236}">
                <a16:creationId xmlns:a16="http://schemas.microsoft.com/office/drawing/2014/main" id="{71232BDC-9AF5-DABA-5306-061112D1014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0624" y="169617"/>
            <a:ext cx="10003758" cy="468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0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/>
              <a:t>Titel bearbeiten</a:t>
            </a:r>
          </a:p>
        </p:txBody>
      </p:sp>
      <p:cxnSp>
        <p:nvCxnSpPr>
          <p:cNvPr id="3" name="Gerader Verbinder 2">
            <a:extLst>
              <a:ext uri="{FF2B5EF4-FFF2-40B4-BE49-F238E27FC236}">
                <a16:creationId xmlns:a16="http://schemas.microsoft.com/office/drawing/2014/main" id="{0FE13156-DA66-E95B-BF89-F13B0F1BC1D2}"/>
              </a:ext>
            </a:extLst>
          </p:cNvPr>
          <p:cNvCxnSpPr>
            <a:cxnSpLocks/>
          </p:cNvCxnSpPr>
          <p:nvPr userDrawn="1"/>
        </p:nvCxnSpPr>
        <p:spPr>
          <a:xfrm>
            <a:off x="710624" y="694508"/>
            <a:ext cx="0" cy="46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49380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Bild 4: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E6C3BBB8-B315-4324-9819-3A9DFB33F18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293" r="44620" b="1081"/>
          <a:stretch/>
        </p:blipFill>
        <p:spPr>
          <a:xfrm>
            <a:off x="1121831" y="1980196"/>
            <a:ext cx="5963988" cy="4472992"/>
          </a:xfrm>
          <a:prstGeom prst="rect">
            <a:avLst/>
          </a:prstGeom>
        </p:spPr>
      </p:pic>
      <p:sp>
        <p:nvSpPr>
          <p:cNvPr id="11" name="Bildplatzhalter 3">
            <a:extLst>
              <a:ext uri="{FF2B5EF4-FFF2-40B4-BE49-F238E27FC236}">
                <a16:creationId xmlns:a16="http://schemas.microsoft.com/office/drawing/2014/main" id="{86434FF1-F51D-48C3-AA65-F499D03561F4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711200" y="1628774"/>
            <a:ext cx="5963988" cy="447299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/>
          </a:p>
        </p:txBody>
      </p:sp>
      <p:sp>
        <p:nvSpPr>
          <p:cNvPr id="8" name="Fußzeilenplatzhalter 4">
            <a:extLst>
              <a:ext uri="{FF2B5EF4-FFF2-40B4-BE49-F238E27FC236}">
                <a16:creationId xmlns:a16="http://schemas.microsoft.com/office/drawing/2014/main" id="{BFF83034-A795-A8BE-9894-7798CD341790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Organisationseinheit | Autorin/Autor | Name der Veranstaltung/Vorlesung</a:t>
            </a:r>
          </a:p>
        </p:txBody>
      </p:sp>
      <p:sp>
        <p:nvSpPr>
          <p:cNvPr id="10" name="Foliennummernplatzhalter 4">
            <a:extLst>
              <a:ext uri="{FF2B5EF4-FFF2-40B4-BE49-F238E27FC236}">
                <a16:creationId xmlns:a16="http://schemas.microsoft.com/office/drawing/2014/main" id="{D4B6500C-A010-E993-C4F9-A952EC9FC2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3246F10E-6F0A-E85F-BD0F-9AD8AD67281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668" y="166892"/>
            <a:ext cx="1004013" cy="778061"/>
          </a:xfrm>
          <a:prstGeom prst="rect">
            <a:avLst/>
          </a:prstGeom>
        </p:spPr>
      </p:pic>
      <p:sp>
        <p:nvSpPr>
          <p:cNvPr id="4" name="Textplatzhalter 20">
            <a:extLst>
              <a:ext uri="{FF2B5EF4-FFF2-40B4-BE49-F238E27FC236}">
                <a16:creationId xmlns:a16="http://schemas.microsoft.com/office/drawing/2014/main" id="{E0FDA4DB-DF14-43C4-7BBA-F01F414B5DE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624" y="758632"/>
            <a:ext cx="10003758" cy="338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ggf. Unterüberschrift</a:t>
            </a:r>
          </a:p>
        </p:txBody>
      </p:sp>
      <p:sp>
        <p:nvSpPr>
          <p:cNvPr id="6" name="Textplatzhalter 12">
            <a:extLst>
              <a:ext uri="{FF2B5EF4-FFF2-40B4-BE49-F238E27FC236}">
                <a16:creationId xmlns:a16="http://schemas.microsoft.com/office/drawing/2014/main" id="{04180CBA-44A1-EA52-C04C-05C92DFB140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0624" y="169617"/>
            <a:ext cx="10003758" cy="468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0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/>
              <a:t>Titel bearbeiten</a:t>
            </a:r>
          </a:p>
        </p:txBody>
      </p:sp>
      <p:cxnSp>
        <p:nvCxnSpPr>
          <p:cNvPr id="2" name="Gerader Verbinder 1">
            <a:extLst>
              <a:ext uri="{FF2B5EF4-FFF2-40B4-BE49-F238E27FC236}">
                <a16:creationId xmlns:a16="http://schemas.microsoft.com/office/drawing/2014/main" id="{58D4F563-9CCD-BDBA-1D5C-7AB85AA70BEA}"/>
              </a:ext>
            </a:extLst>
          </p:cNvPr>
          <p:cNvCxnSpPr>
            <a:cxnSpLocks/>
          </p:cNvCxnSpPr>
          <p:nvPr userDrawn="1"/>
        </p:nvCxnSpPr>
        <p:spPr>
          <a:xfrm>
            <a:off x="710624" y="694508"/>
            <a:ext cx="0" cy="46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29084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Bild, 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E6C3BBB8-B315-4324-9819-3A9DFB33F18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293" r="26160" b="1081"/>
          <a:stretch/>
        </p:blipFill>
        <p:spPr>
          <a:xfrm>
            <a:off x="1121830" y="1980196"/>
            <a:ext cx="7951985" cy="4472992"/>
          </a:xfrm>
          <a:prstGeom prst="rect">
            <a:avLst/>
          </a:prstGeom>
        </p:spPr>
      </p:pic>
      <p:sp>
        <p:nvSpPr>
          <p:cNvPr id="11" name="Bildplatzhalter 3">
            <a:extLst>
              <a:ext uri="{FF2B5EF4-FFF2-40B4-BE49-F238E27FC236}">
                <a16:creationId xmlns:a16="http://schemas.microsoft.com/office/drawing/2014/main" id="{86434FF1-F51D-48C3-AA65-F499D03561F4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711200" y="1628774"/>
            <a:ext cx="7951986" cy="447299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/>
          </a:p>
        </p:txBody>
      </p:sp>
      <p:sp>
        <p:nvSpPr>
          <p:cNvPr id="15" name="Fußzeilenplatzhalter 4">
            <a:extLst>
              <a:ext uri="{FF2B5EF4-FFF2-40B4-BE49-F238E27FC236}">
                <a16:creationId xmlns:a16="http://schemas.microsoft.com/office/drawing/2014/main" id="{C4048D4D-9C0E-9226-BA9E-0957ADE74141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Samuel Brunner | Vertiefung Microcontrollertechnik </a:t>
            </a:r>
          </a:p>
        </p:txBody>
      </p:sp>
      <p:sp>
        <p:nvSpPr>
          <p:cNvPr id="17" name="Foliennummernplatzhalter 4">
            <a:extLst>
              <a:ext uri="{FF2B5EF4-FFF2-40B4-BE49-F238E27FC236}">
                <a16:creationId xmlns:a16="http://schemas.microsoft.com/office/drawing/2014/main" id="{C83DE724-5DD9-0F65-765B-F8FA22843B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29E51179-4A24-BAAA-2EEA-5CB74BF3BCF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668" y="166892"/>
            <a:ext cx="1004013" cy="778061"/>
          </a:xfrm>
          <a:prstGeom prst="rect">
            <a:avLst/>
          </a:prstGeom>
        </p:spPr>
      </p:pic>
      <p:sp>
        <p:nvSpPr>
          <p:cNvPr id="4" name="Textplatzhalter 20">
            <a:extLst>
              <a:ext uri="{FF2B5EF4-FFF2-40B4-BE49-F238E27FC236}">
                <a16:creationId xmlns:a16="http://schemas.microsoft.com/office/drawing/2014/main" id="{DFAFAADD-A73B-F1C6-C29B-FBFD45E856F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624" y="758632"/>
            <a:ext cx="10003758" cy="338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ggf. Unterüberschrift</a:t>
            </a:r>
          </a:p>
        </p:txBody>
      </p:sp>
      <p:sp>
        <p:nvSpPr>
          <p:cNvPr id="8" name="Textplatzhalter 12">
            <a:extLst>
              <a:ext uri="{FF2B5EF4-FFF2-40B4-BE49-F238E27FC236}">
                <a16:creationId xmlns:a16="http://schemas.microsoft.com/office/drawing/2014/main" id="{3AF000F1-BA57-FAC5-BACE-5334972A073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0624" y="169617"/>
            <a:ext cx="10003758" cy="468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0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/>
              <a:t>Titel bearbeiten</a:t>
            </a:r>
          </a:p>
        </p:txBody>
      </p:sp>
      <p:cxnSp>
        <p:nvCxnSpPr>
          <p:cNvPr id="2" name="Gerader Verbinder 1">
            <a:extLst>
              <a:ext uri="{FF2B5EF4-FFF2-40B4-BE49-F238E27FC236}">
                <a16:creationId xmlns:a16="http://schemas.microsoft.com/office/drawing/2014/main" id="{06C4ACED-FAC5-2906-CA1D-49F02A5304E6}"/>
              </a:ext>
            </a:extLst>
          </p:cNvPr>
          <p:cNvCxnSpPr>
            <a:cxnSpLocks/>
          </p:cNvCxnSpPr>
          <p:nvPr userDrawn="1"/>
        </p:nvCxnSpPr>
        <p:spPr>
          <a:xfrm>
            <a:off x="710624" y="694508"/>
            <a:ext cx="0" cy="46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8495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Bild, 16:9 Mit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E6C3BBB8-B315-4324-9819-3A9DFB33F18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293" r="26160" b="1081"/>
          <a:stretch/>
        </p:blipFill>
        <p:spPr>
          <a:xfrm>
            <a:off x="2102861" y="1895775"/>
            <a:ext cx="8118100" cy="4566432"/>
          </a:xfrm>
          <a:prstGeom prst="rect">
            <a:avLst/>
          </a:prstGeom>
        </p:spPr>
      </p:pic>
      <p:sp>
        <p:nvSpPr>
          <p:cNvPr id="11" name="Bildplatzhalter 3">
            <a:extLst>
              <a:ext uri="{FF2B5EF4-FFF2-40B4-BE49-F238E27FC236}">
                <a16:creationId xmlns:a16="http://schemas.microsoft.com/office/drawing/2014/main" id="{86434FF1-F51D-48C3-AA65-F499D03561F4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1692230" y="1628773"/>
            <a:ext cx="8118101" cy="448201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/>
          </a:p>
        </p:txBody>
      </p:sp>
      <p:sp>
        <p:nvSpPr>
          <p:cNvPr id="8" name="Fußzeilenplatzhalter 4">
            <a:extLst>
              <a:ext uri="{FF2B5EF4-FFF2-40B4-BE49-F238E27FC236}">
                <a16:creationId xmlns:a16="http://schemas.microsoft.com/office/drawing/2014/main" id="{FFA4077F-B2ED-566C-0334-5FE8C23B9AE5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Organisationseinheit | Autorin/Autor | Name der Veranstaltung/Vorlesung</a:t>
            </a:r>
          </a:p>
        </p:txBody>
      </p:sp>
      <p:sp>
        <p:nvSpPr>
          <p:cNvPr id="10" name="Foliennummernplatzhalter 4">
            <a:extLst>
              <a:ext uri="{FF2B5EF4-FFF2-40B4-BE49-F238E27FC236}">
                <a16:creationId xmlns:a16="http://schemas.microsoft.com/office/drawing/2014/main" id="{4DE5FA16-EF79-FF18-4E44-A605182A23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ABCA3027-83F2-88BC-6921-F0ACA60458D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668" y="166892"/>
            <a:ext cx="1004013" cy="778061"/>
          </a:xfrm>
          <a:prstGeom prst="rect">
            <a:avLst/>
          </a:prstGeom>
        </p:spPr>
      </p:pic>
      <p:sp>
        <p:nvSpPr>
          <p:cNvPr id="4" name="Textplatzhalter 20">
            <a:extLst>
              <a:ext uri="{FF2B5EF4-FFF2-40B4-BE49-F238E27FC236}">
                <a16:creationId xmlns:a16="http://schemas.microsoft.com/office/drawing/2014/main" id="{5B809F78-2764-C9EE-14CE-4F87CCA899B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624" y="758632"/>
            <a:ext cx="10003758" cy="338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ggf. Unterüberschrift</a:t>
            </a:r>
          </a:p>
        </p:txBody>
      </p:sp>
      <p:sp>
        <p:nvSpPr>
          <p:cNvPr id="6" name="Textplatzhalter 12">
            <a:extLst>
              <a:ext uri="{FF2B5EF4-FFF2-40B4-BE49-F238E27FC236}">
                <a16:creationId xmlns:a16="http://schemas.microsoft.com/office/drawing/2014/main" id="{CC3EF42A-9648-EF5E-86E4-63F537292AD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0624" y="169617"/>
            <a:ext cx="10003758" cy="468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0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/>
              <a:t>Titel bearbeiten</a:t>
            </a:r>
          </a:p>
        </p:txBody>
      </p:sp>
      <p:cxnSp>
        <p:nvCxnSpPr>
          <p:cNvPr id="2" name="Gerader Verbinder 1">
            <a:extLst>
              <a:ext uri="{FF2B5EF4-FFF2-40B4-BE49-F238E27FC236}">
                <a16:creationId xmlns:a16="http://schemas.microsoft.com/office/drawing/2014/main" id="{71CF173C-F24D-9782-C6ED-750B5CEA80B3}"/>
              </a:ext>
            </a:extLst>
          </p:cNvPr>
          <p:cNvCxnSpPr>
            <a:cxnSpLocks/>
          </p:cNvCxnSpPr>
          <p:nvPr userDrawn="1"/>
        </p:nvCxnSpPr>
        <p:spPr>
          <a:xfrm>
            <a:off x="710624" y="694508"/>
            <a:ext cx="0" cy="46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08616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3 Textfe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hteck 20">
            <a:extLst>
              <a:ext uri="{FF2B5EF4-FFF2-40B4-BE49-F238E27FC236}">
                <a16:creationId xmlns:a16="http://schemas.microsoft.com/office/drawing/2014/main" id="{8BC3FE31-E2C6-9443-8841-FB40252E9D0B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1628774"/>
            <a:ext cx="12192000" cy="48244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DEFB9660-8374-3228-CB56-A9FD214469B8}"/>
              </a:ext>
            </a:extLst>
          </p:cNvPr>
          <p:cNvSpPr/>
          <p:nvPr userDrawn="1"/>
        </p:nvSpPr>
        <p:spPr>
          <a:xfrm>
            <a:off x="613834" y="2095080"/>
            <a:ext cx="3423696" cy="387778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sx="102000" sy="102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5B6C40A7-DC20-6E47-3852-CB0BAD767A25}"/>
              </a:ext>
            </a:extLst>
          </p:cNvPr>
          <p:cNvCxnSpPr>
            <a:cxnSpLocks/>
          </p:cNvCxnSpPr>
          <p:nvPr userDrawn="1"/>
        </p:nvCxnSpPr>
        <p:spPr>
          <a:xfrm>
            <a:off x="710624" y="2525075"/>
            <a:ext cx="360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ACD9E848-7371-3907-48B0-3B079CB92308}"/>
              </a:ext>
            </a:extLst>
          </p:cNvPr>
          <p:cNvCxnSpPr>
            <a:cxnSpLocks/>
          </p:cNvCxnSpPr>
          <p:nvPr userDrawn="1"/>
        </p:nvCxnSpPr>
        <p:spPr>
          <a:xfrm>
            <a:off x="4390565" y="2525075"/>
            <a:ext cx="360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platzhalter 22">
            <a:extLst>
              <a:ext uri="{FF2B5EF4-FFF2-40B4-BE49-F238E27FC236}">
                <a16:creationId xmlns:a16="http://schemas.microsoft.com/office/drawing/2014/main" id="{E7EF4F2D-B42E-A374-C3FE-200848ADF86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79567" y="2309018"/>
            <a:ext cx="2976563" cy="5521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/>
              <a:t>Textfeld</a:t>
            </a:r>
          </a:p>
          <a:p>
            <a:pPr lvl="0"/>
            <a:endParaRPr lang="de-DE"/>
          </a:p>
        </p:txBody>
      </p:sp>
      <p:sp>
        <p:nvSpPr>
          <p:cNvPr id="26" name="Textplatzhalter 25">
            <a:extLst>
              <a:ext uri="{FF2B5EF4-FFF2-40B4-BE49-F238E27FC236}">
                <a16:creationId xmlns:a16="http://schemas.microsoft.com/office/drawing/2014/main" id="{6E5C804A-160B-AC4E-54E7-09F1A1C8436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79500" y="2860675"/>
            <a:ext cx="2957513" cy="29114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de-DE" dirty="0"/>
              <a:t>Textfeld</a:t>
            </a:r>
          </a:p>
          <a:p>
            <a:pPr lvl="0"/>
            <a:endParaRPr lang="de-DE" dirty="0"/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96A59546-35ED-E2C6-6F6C-784E608883DF}"/>
              </a:ext>
            </a:extLst>
          </p:cNvPr>
          <p:cNvSpPr/>
          <p:nvPr userDrawn="1"/>
        </p:nvSpPr>
        <p:spPr>
          <a:xfrm>
            <a:off x="4383635" y="2095080"/>
            <a:ext cx="3423696" cy="387778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sx="102000" sy="102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898597E2-E0F9-02EF-D088-A460B046E3E8}"/>
              </a:ext>
            </a:extLst>
          </p:cNvPr>
          <p:cNvCxnSpPr>
            <a:cxnSpLocks/>
          </p:cNvCxnSpPr>
          <p:nvPr userDrawn="1"/>
        </p:nvCxnSpPr>
        <p:spPr>
          <a:xfrm>
            <a:off x="4484744" y="2527002"/>
            <a:ext cx="360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platzhalter 22">
            <a:extLst>
              <a:ext uri="{FF2B5EF4-FFF2-40B4-BE49-F238E27FC236}">
                <a16:creationId xmlns:a16="http://schemas.microsoft.com/office/drawing/2014/main" id="{F2A6CF1C-EF2E-89E7-28E0-0EF17BC7069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47872" y="2309018"/>
            <a:ext cx="2976563" cy="5521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/>
              <a:t>Textfeld</a:t>
            </a:r>
          </a:p>
          <a:p>
            <a:pPr lvl="0"/>
            <a:endParaRPr lang="de-DE"/>
          </a:p>
        </p:txBody>
      </p:sp>
      <p:sp>
        <p:nvSpPr>
          <p:cNvPr id="32" name="Textplatzhalter 25">
            <a:extLst>
              <a:ext uri="{FF2B5EF4-FFF2-40B4-BE49-F238E27FC236}">
                <a16:creationId xmlns:a16="http://schemas.microsoft.com/office/drawing/2014/main" id="{D171C924-7B6D-C913-F20F-214851F38B8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49818" y="2860674"/>
            <a:ext cx="2957513" cy="29114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de-DE"/>
              <a:t>Textfeld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9F73F2C6-56EC-D26F-6B6B-579C3669E36B}"/>
              </a:ext>
            </a:extLst>
          </p:cNvPr>
          <p:cNvSpPr/>
          <p:nvPr userDrawn="1"/>
        </p:nvSpPr>
        <p:spPr>
          <a:xfrm>
            <a:off x="8154470" y="2095080"/>
            <a:ext cx="3423696" cy="387778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sx="102000" sy="102000" algn="ctr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35" name="Gerader Verbinder 34">
            <a:extLst>
              <a:ext uri="{FF2B5EF4-FFF2-40B4-BE49-F238E27FC236}">
                <a16:creationId xmlns:a16="http://schemas.microsoft.com/office/drawing/2014/main" id="{430A903C-91B4-A8E6-1322-E78F99998903}"/>
              </a:ext>
            </a:extLst>
          </p:cNvPr>
          <p:cNvCxnSpPr>
            <a:cxnSpLocks/>
          </p:cNvCxnSpPr>
          <p:nvPr userDrawn="1"/>
        </p:nvCxnSpPr>
        <p:spPr>
          <a:xfrm>
            <a:off x="8251260" y="2525075"/>
            <a:ext cx="360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platzhalter 22">
            <a:extLst>
              <a:ext uri="{FF2B5EF4-FFF2-40B4-BE49-F238E27FC236}">
                <a16:creationId xmlns:a16="http://schemas.microsoft.com/office/drawing/2014/main" id="{90661A22-D1B8-F5BC-C7F5-ED93502549E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620203" y="2309018"/>
            <a:ext cx="2976563" cy="5521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/>
              <a:t>Textfeld</a:t>
            </a:r>
          </a:p>
          <a:p>
            <a:pPr lvl="0"/>
            <a:endParaRPr lang="de-DE"/>
          </a:p>
        </p:txBody>
      </p:sp>
      <p:sp>
        <p:nvSpPr>
          <p:cNvPr id="37" name="Textplatzhalter 25">
            <a:extLst>
              <a:ext uri="{FF2B5EF4-FFF2-40B4-BE49-F238E27FC236}">
                <a16:creationId xmlns:a16="http://schemas.microsoft.com/office/drawing/2014/main" id="{26CB9107-D74C-5B9D-E29A-359960340E7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620136" y="2860675"/>
            <a:ext cx="2957513" cy="29114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de-DE"/>
              <a:t>Textfeld</a:t>
            </a:r>
          </a:p>
        </p:txBody>
      </p:sp>
      <p:sp>
        <p:nvSpPr>
          <p:cNvPr id="45" name="Fußzeilenplatzhalter 4">
            <a:extLst>
              <a:ext uri="{FF2B5EF4-FFF2-40B4-BE49-F238E27FC236}">
                <a16:creationId xmlns:a16="http://schemas.microsoft.com/office/drawing/2014/main" id="{936879A0-DF07-CF92-4FD4-C5C3BABB7AB6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Organisationseinheit | Autorin/Autor | Name der Veranstaltung/Vorlesung</a:t>
            </a:r>
          </a:p>
        </p:txBody>
      </p:sp>
      <p:sp>
        <p:nvSpPr>
          <p:cNvPr id="46" name="Foliennummernplatzhalter 4">
            <a:extLst>
              <a:ext uri="{FF2B5EF4-FFF2-40B4-BE49-F238E27FC236}">
                <a16:creationId xmlns:a16="http://schemas.microsoft.com/office/drawing/2014/main" id="{A396AEBE-BB93-8015-082A-0F6357EC54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BA4FBCDB-79E9-38AB-7F97-74B0D8B7B44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668" y="166892"/>
            <a:ext cx="1004013" cy="778061"/>
          </a:xfrm>
          <a:prstGeom prst="rect">
            <a:avLst/>
          </a:prstGeom>
        </p:spPr>
      </p:pic>
      <p:sp>
        <p:nvSpPr>
          <p:cNvPr id="7" name="Textplatzhalter 20">
            <a:extLst>
              <a:ext uri="{FF2B5EF4-FFF2-40B4-BE49-F238E27FC236}">
                <a16:creationId xmlns:a16="http://schemas.microsoft.com/office/drawing/2014/main" id="{52D97168-E314-4A5F-2C23-50473C6FC97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624" y="758632"/>
            <a:ext cx="10003758" cy="338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ggf. Unterüberschrift</a:t>
            </a:r>
          </a:p>
        </p:txBody>
      </p:sp>
      <p:sp>
        <p:nvSpPr>
          <p:cNvPr id="9" name="Textplatzhalter 12">
            <a:extLst>
              <a:ext uri="{FF2B5EF4-FFF2-40B4-BE49-F238E27FC236}">
                <a16:creationId xmlns:a16="http://schemas.microsoft.com/office/drawing/2014/main" id="{A84831E6-0F33-E144-CEB1-031ED162D03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0624" y="169617"/>
            <a:ext cx="10003758" cy="468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0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/>
              <a:t>Titel bearbeiten</a:t>
            </a:r>
          </a:p>
        </p:txBody>
      </p:sp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5B320B70-D457-59BF-DB2A-8D351F89ED4D}"/>
              </a:ext>
            </a:extLst>
          </p:cNvPr>
          <p:cNvCxnSpPr>
            <a:cxnSpLocks/>
          </p:cNvCxnSpPr>
          <p:nvPr userDrawn="1"/>
        </p:nvCxnSpPr>
        <p:spPr>
          <a:xfrm>
            <a:off x="710624" y="694508"/>
            <a:ext cx="0" cy="46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28753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3 Bilder, Schraffur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rafik 29">
            <a:extLst>
              <a:ext uri="{FF2B5EF4-FFF2-40B4-BE49-F238E27FC236}">
                <a16:creationId xmlns:a16="http://schemas.microsoft.com/office/drawing/2014/main" id="{76F38AF0-5706-4D55-A175-C98717F06B0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591" t="993" r="-299" b="1079"/>
          <a:stretch/>
        </p:blipFill>
        <p:spPr>
          <a:xfrm>
            <a:off x="1056308" y="1917355"/>
            <a:ext cx="3147393" cy="3852974"/>
          </a:xfrm>
          <a:prstGeom prst="rect">
            <a:avLst/>
          </a:prstGeom>
        </p:spPr>
      </p:pic>
      <p:pic>
        <p:nvPicPr>
          <p:cNvPr id="31" name="Grafik 30">
            <a:extLst>
              <a:ext uri="{FF2B5EF4-FFF2-40B4-BE49-F238E27FC236}">
                <a16:creationId xmlns:a16="http://schemas.microsoft.com/office/drawing/2014/main" id="{A2F3BFD3-8D4D-4B8A-BC55-82786DC0ABC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591" t="993" r="-299" b="1079"/>
          <a:stretch/>
        </p:blipFill>
        <p:spPr>
          <a:xfrm>
            <a:off x="8383098" y="1917355"/>
            <a:ext cx="3147393" cy="3852974"/>
          </a:xfrm>
          <a:prstGeom prst="rect">
            <a:avLst/>
          </a:prstGeom>
        </p:spPr>
      </p:pic>
      <p:pic>
        <p:nvPicPr>
          <p:cNvPr id="32" name="Grafik 31">
            <a:extLst>
              <a:ext uri="{FF2B5EF4-FFF2-40B4-BE49-F238E27FC236}">
                <a16:creationId xmlns:a16="http://schemas.microsoft.com/office/drawing/2014/main" id="{775CEEA8-A3A1-41F8-AFE4-1796A77FFCD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591" t="993" r="-299" b="1079"/>
          <a:stretch/>
        </p:blipFill>
        <p:spPr>
          <a:xfrm>
            <a:off x="4706881" y="1917355"/>
            <a:ext cx="3147393" cy="3852974"/>
          </a:xfrm>
          <a:prstGeom prst="rect">
            <a:avLst/>
          </a:prstGeom>
        </p:spPr>
      </p:pic>
      <p:sp>
        <p:nvSpPr>
          <p:cNvPr id="24" name="Bildplatzhalter 3">
            <a:extLst>
              <a:ext uri="{FF2B5EF4-FFF2-40B4-BE49-F238E27FC236}">
                <a16:creationId xmlns:a16="http://schemas.microsoft.com/office/drawing/2014/main" id="{517047C7-19F8-49CE-901B-12E8122157FF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703792" y="1628775"/>
            <a:ext cx="3155945" cy="381635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/>
          </a:p>
        </p:txBody>
      </p:sp>
      <p:sp>
        <p:nvSpPr>
          <p:cNvPr id="18" name="Bildplatzhalter 3">
            <a:extLst>
              <a:ext uri="{FF2B5EF4-FFF2-40B4-BE49-F238E27FC236}">
                <a16:creationId xmlns:a16="http://schemas.microsoft.com/office/drawing/2014/main" id="{D2BB6039-B707-4D70-9B22-E18BEBE4E244}"/>
              </a:ext>
            </a:extLst>
          </p:cNvPr>
          <p:cNvSpPr>
            <a:spLocks noGrp="1" noChangeAspect="1"/>
          </p:cNvSpPr>
          <p:nvPr>
            <p:ph type="pic" sz="quarter" idx="17"/>
          </p:nvPr>
        </p:nvSpPr>
        <p:spPr>
          <a:xfrm>
            <a:off x="4363150" y="1628775"/>
            <a:ext cx="3155945" cy="381635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/>
          </a:p>
        </p:txBody>
      </p:sp>
      <p:sp>
        <p:nvSpPr>
          <p:cNvPr id="21" name="Bildplatzhalter 3">
            <a:extLst>
              <a:ext uri="{FF2B5EF4-FFF2-40B4-BE49-F238E27FC236}">
                <a16:creationId xmlns:a16="http://schemas.microsoft.com/office/drawing/2014/main" id="{858490E9-6584-471A-BFC3-3990D3608239}"/>
              </a:ext>
            </a:extLst>
          </p:cNvPr>
          <p:cNvSpPr>
            <a:spLocks noGrp="1" noChangeAspect="1"/>
          </p:cNvSpPr>
          <p:nvPr>
            <p:ph type="pic" sz="quarter" idx="18"/>
          </p:nvPr>
        </p:nvSpPr>
        <p:spPr>
          <a:xfrm>
            <a:off x="8030549" y="1641129"/>
            <a:ext cx="3155945" cy="381635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/>
          </a:p>
        </p:txBody>
      </p:sp>
      <p:sp>
        <p:nvSpPr>
          <p:cNvPr id="7" name="Fußzeilenplatzhalter 4">
            <a:extLst>
              <a:ext uri="{FF2B5EF4-FFF2-40B4-BE49-F238E27FC236}">
                <a16:creationId xmlns:a16="http://schemas.microsoft.com/office/drawing/2014/main" id="{73BDC7A5-5417-A455-A850-23564B1A39C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Organisationseinheit | Autorin/Autor | Name der Veranstaltung/Vorlesung</a:t>
            </a:r>
          </a:p>
        </p:txBody>
      </p:sp>
      <p:sp>
        <p:nvSpPr>
          <p:cNvPr id="8" name="Foliennummernplatzhalter 4">
            <a:extLst>
              <a:ext uri="{FF2B5EF4-FFF2-40B4-BE49-F238E27FC236}">
                <a16:creationId xmlns:a16="http://schemas.microsoft.com/office/drawing/2014/main" id="{CDDB4465-56A2-F81C-E2DA-4F08215E31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23B0E78E-0A1D-0AD7-7052-7A54FB61ABF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668" y="166892"/>
            <a:ext cx="1004013" cy="778061"/>
          </a:xfrm>
          <a:prstGeom prst="rect">
            <a:avLst/>
          </a:prstGeom>
        </p:spPr>
      </p:pic>
      <p:sp>
        <p:nvSpPr>
          <p:cNvPr id="6" name="Textplatzhalter 20">
            <a:extLst>
              <a:ext uri="{FF2B5EF4-FFF2-40B4-BE49-F238E27FC236}">
                <a16:creationId xmlns:a16="http://schemas.microsoft.com/office/drawing/2014/main" id="{3661C4F5-D792-E4CA-23EC-8B294320379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624" y="758632"/>
            <a:ext cx="10003758" cy="338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ggf. Unterüberschrift</a:t>
            </a:r>
          </a:p>
        </p:txBody>
      </p:sp>
      <p:sp>
        <p:nvSpPr>
          <p:cNvPr id="9" name="Textplatzhalter 12">
            <a:extLst>
              <a:ext uri="{FF2B5EF4-FFF2-40B4-BE49-F238E27FC236}">
                <a16:creationId xmlns:a16="http://schemas.microsoft.com/office/drawing/2014/main" id="{F0D6241B-048B-CF9A-342D-5C557A619C1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0624" y="169617"/>
            <a:ext cx="10003758" cy="468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0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/>
              <a:t>Titel bearbeiten</a:t>
            </a:r>
          </a:p>
        </p:txBody>
      </p:sp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B57D597C-2976-76BE-EC33-198219AA6E0F}"/>
              </a:ext>
            </a:extLst>
          </p:cNvPr>
          <p:cNvCxnSpPr>
            <a:cxnSpLocks/>
          </p:cNvCxnSpPr>
          <p:nvPr userDrawn="1"/>
        </p:nvCxnSpPr>
        <p:spPr>
          <a:xfrm>
            <a:off x="710624" y="694508"/>
            <a:ext cx="0" cy="46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76419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158" userDrawn="1">
          <p15:clr>
            <a:srgbClr val="FBAE40"/>
          </p15:clr>
        </p15:guide>
        <p15:guide id="4" orient="horz" pos="3430" userDrawn="1">
          <p15:clr>
            <a:srgbClr val="FBAE40"/>
          </p15:clr>
        </p15:guide>
        <p15:guide id="5" pos="4974" userDrawn="1">
          <p15:clr>
            <a:srgbClr val="FBAE40"/>
          </p15:clr>
        </p15:guide>
        <p15:guide id="6" pos="2706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4 Bilder, Schraffur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rafik 22">
            <a:extLst>
              <a:ext uri="{FF2B5EF4-FFF2-40B4-BE49-F238E27FC236}">
                <a16:creationId xmlns:a16="http://schemas.microsoft.com/office/drawing/2014/main" id="{EA07E467-F7B8-43C9-96FC-EFCC9C55D6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293" r="-299" b="1081"/>
          <a:stretch/>
        </p:blipFill>
        <p:spPr>
          <a:xfrm>
            <a:off x="1018633" y="1876370"/>
            <a:ext cx="4983492" cy="2064953"/>
          </a:xfrm>
          <a:prstGeom prst="rect">
            <a:avLst/>
          </a:prstGeom>
        </p:spPr>
      </p:pic>
      <p:sp>
        <p:nvSpPr>
          <p:cNvPr id="24" name="Bildplatzhalter 3">
            <a:extLst>
              <a:ext uri="{FF2B5EF4-FFF2-40B4-BE49-F238E27FC236}">
                <a16:creationId xmlns:a16="http://schemas.microsoft.com/office/drawing/2014/main" id="{517047C7-19F8-49CE-901B-12E8122157FF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704952" y="1633855"/>
            <a:ext cx="4995297" cy="2007091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/>
          </a:p>
        </p:txBody>
      </p:sp>
      <p:pic>
        <p:nvPicPr>
          <p:cNvPr id="26" name="Grafik 25">
            <a:extLst>
              <a:ext uri="{FF2B5EF4-FFF2-40B4-BE49-F238E27FC236}">
                <a16:creationId xmlns:a16="http://schemas.microsoft.com/office/drawing/2014/main" id="{E861926D-4695-40F6-BB3B-C98F7FB87B0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293" r="-299" b="1081"/>
          <a:stretch/>
        </p:blipFill>
        <p:spPr>
          <a:xfrm>
            <a:off x="1018633" y="4387853"/>
            <a:ext cx="4983492" cy="2064953"/>
          </a:xfrm>
          <a:prstGeom prst="rect">
            <a:avLst/>
          </a:prstGeom>
        </p:spPr>
      </p:pic>
      <p:sp>
        <p:nvSpPr>
          <p:cNvPr id="27" name="Bildplatzhalter 3">
            <a:extLst>
              <a:ext uri="{FF2B5EF4-FFF2-40B4-BE49-F238E27FC236}">
                <a16:creationId xmlns:a16="http://schemas.microsoft.com/office/drawing/2014/main" id="{435D3452-6748-4C56-A119-A26922486FAA}"/>
              </a:ext>
            </a:extLst>
          </p:cNvPr>
          <p:cNvSpPr>
            <a:spLocks noGrp="1" noChangeAspect="1"/>
          </p:cNvSpPr>
          <p:nvPr>
            <p:ph type="pic" sz="quarter" idx="17"/>
          </p:nvPr>
        </p:nvSpPr>
        <p:spPr>
          <a:xfrm>
            <a:off x="704952" y="4145338"/>
            <a:ext cx="4995297" cy="2007091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/>
          </a:p>
        </p:txBody>
      </p:sp>
      <p:pic>
        <p:nvPicPr>
          <p:cNvPr id="28" name="Grafik 27">
            <a:extLst>
              <a:ext uri="{FF2B5EF4-FFF2-40B4-BE49-F238E27FC236}">
                <a16:creationId xmlns:a16="http://schemas.microsoft.com/office/drawing/2014/main" id="{75A97BE2-1FA3-4F0C-8D12-E3DCDE88075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293" r="-299" b="1081"/>
          <a:stretch/>
        </p:blipFill>
        <p:spPr>
          <a:xfrm>
            <a:off x="6514454" y="1871290"/>
            <a:ext cx="4983492" cy="2064953"/>
          </a:xfrm>
          <a:prstGeom prst="rect">
            <a:avLst/>
          </a:prstGeom>
        </p:spPr>
      </p:pic>
      <p:sp>
        <p:nvSpPr>
          <p:cNvPr id="29" name="Bildplatzhalter 3">
            <a:extLst>
              <a:ext uri="{FF2B5EF4-FFF2-40B4-BE49-F238E27FC236}">
                <a16:creationId xmlns:a16="http://schemas.microsoft.com/office/drawing/2014/main" id="{0F62BAF0-E5F0-492C-90D0-0B56C5E08980}"/>
              </a:ext>
            </a:extLst>
          </p:cNvPr>
          <p:cNvSpPr>
            <a:spLocks noGrp="1" noChangeAspect="1"/>
          </p:cNvSpPr>
          <p:nvPr>
            <p:ph type="pic" sz="quarter" idx="18"/>
          </p:nvPr>
        </p:nvSpPr>
        <p:spPr>
          <a:xfrm>
            <a:off x="6200773" y="1628775"/>
            <a:ext cx="4995297" cy="2007091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/>
          </a:p>
        </p:txBody>
      </p:sp>
      <p:pic>
        <p:nvPicPr>
          <p:cNvPr id="30" name="Grafik 29">
            <a:extLst>
              <a:ext uri="{FF2B5EF4-FFF2-40B4-BE49-F238E27FC236}">
                <a16:creationId xmlns:a16="http://schemas.microsoft.com/office/drawing/2014/main" id="{6FA330D5-6EA4-4EFF-94A3-FAFBD731C12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293" r="-299" b="1081"/>
          <a:stretch/>
        </p:blipFill>
        <p:spPr>
          <a:xfrm>
            <a:off x="6514454" y="4382773"/>
            <a:ext cx="4983492" cy="2064953"/>
          </a:xfrm>
          <a:prstGeom prst="rect">
            <a:avLst/>
          </a:prstGeom>
        </p:spPr>
      </p:pic>
      <p:sp>
        <p:nvSpPr>
          <p:cNvPr id="31" name="Bildplatzhalter 3">
            <a:extLst>
              <a:ext uri="{FF2B5EF4-FFF2-40B4-BE49-F238E27FC236}">
                <a16:creationId xmlns:a16="http://schemas.microsoft.com/office/drawing/2014/main" id="{6414067F-71E4-4B56-99A2-B932DD842D99}"/>
              </a:ext>
            </a:extLst>
          </p:cNvPr>
          <p:cNvSpPr>
            <a:spLocks noGrp="1" noChangeAspect="1"/>
          </p:cNvSpPr>
          <p:nvPr>
            <p:ph type="pic" sz="quarter" idx="19"/>
          </p:nvPr>
        </p:nvSpPr>
        <p:spPr>
          <a:xfrm>
            <a:off x="6200773" y="4140258"/>
            <a:ext cx="4995297" cy="2007091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/>
          </a:p>
        </p:txBody>
      </p:sp>
      <p:sp>
        <p:nvSpPr>
          <p:cNvPr id="7" name="Fußzeilenplatzhalter 4">
            <a:extLst>
              <a:ext uri="{FF2B5EF4-FFF2-40B4-BE49-F238E27FC236}">
                <a16:creationId xmlns:a16="http://schemas.microsoft.com/office/drawing/2014/main" id="{B98F4D0D-10EF-A8BD-FAC6-1E489620DB7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Samuel Brunner | Vertiefung Microcontrollertechnik </a:t>
            </a:r>
          </a:p>
        </p:txBody>
      </p:sp>
      <p:sp>
        <p:nvSpPr>
          <p:cNvPr id="8" name="Foliennummernplatzhalter 4">
            <a:extLst>
              <a:ext uri="{FF2B5EF4-FFF2-40B4-BE49-F238E27FC236}">
                <a16:creationId xmlns:a16="http://schemas.microsoft.com/office/drawing/2014/main" id="{04E1E2D0-1007-E499-2AED-801C1D1BA6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794DAD7B-FD6B-579B-52E4-A88D02EEEC1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668" y="166892"/>
            <a:ext cx="1004013" cy="778061"/>
          </a:xfrm>
          <a:prstGeom prst="rect">
            <a:avLst/>
          </a:prstGeom>
        </p:spPr>
      </p:pic>
      <p:sp>
        <p:nvSpPr>
          <p:cNvPr id="6" name="Textplatzhalter 20">
            <a:extLst>
              <a:ext uri="{FF2B5EF4-FFF2-40B4-BE49-F238E27FC236}">
                <a16:creationId xmlns:a16="http://schemas.microsoft.com/office/drawing/2014/main" id="{06C58D4D-7572-BEBA-F663-02F2B2970FE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624" y="758632"/>
            <a:ext cx="10003758" cy="338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ggf. Unterüberschrift</a:t>
            </a:r>
          </a:p>
        </p:txBody>
      </p:sp>
      <p:sp>
        <p:nvSpPr>
          <p:cNvPr id="9" name="Textplatzhalter 12">
            <a:extLst>
              <a:ext uri="{FF2B5EF4-FFF2-40B4-BE49-F238E27FC236}">
                <a16:creationId xmlns:a16="http://schemas.microsoft.com/office/drawing/2014/main" id="{22A39840-7040-DC4B-30F6-C62C9FEFB2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0624" y="169617"/>
            <a:ext cx="10003758" cy="468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0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/>
              <a:t>Titel bearbeiten</a:t>
            </a:r>
          </a:p>
        </p:txBody>
      </p:sp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619B1568-19C3-4382-1E34-C3244D52D9B0}"/>
              </a:ext>
            </a:extLst>
          </p:cNvPr>
          <p:cNvCxnSpPr>
            <a:cxnSpLocks/>
          </p:cNvCxnSpPr>
          <p:nvPr userDrawn="1"/>
        </p:nvCxnSpPr>
        <p:spPr>
          <a:xfrm>
            <a:off x="710624" y="694508"/>
            <a:ext cx="0" cy="46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95700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158" userDrawn="1">
          <p15:clr>
            <a:srgbClr val="FBAE40"/>
          </p15:clr>
        </p15:guide>
        <p15:guide id="4" orient="horz" pos="3430" userDrawn="1">
          <p15:clr>
            <a:srgbClr val="FBAE40"/>
          </p15:clr>
        </p15:guide>
        <p15:guide id="5" pos="4974" userDrawn="1">
          <p15:clr>
            <a:srgbClr val="FBAE40"/>
          </p15:clr>
        </p15:guide>
        <p15:guide id="6" pos="2706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und blauer Hinter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980B8758-FD68-4887-9646-FA83B8DC857B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1622242"/>
            <a:ext cx="12192000" cy="48244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3819551A-0FD0-47C5-5DBB-19FB1BEB93EA}"/>
              </a:ext>
            </a:extLst>
          </p:cNvPr>
          <p:cNvSpPr/>
          <p:nvPr/>
        </p:nvSpPr>
        <p:spPr>
          <a:xfrm>
            <a:off x="3871914" y="4425115"/>
            <a:ext cx="7648574" cy="1656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F9066979-42B2-A601-C58D-1BB4CF02DE8C}"/>
              </a:ext>
            </a:extLst>
          </p:cNvPr>
          <p:cNvSpPr/>
          <p:nvPr/>
        </p:nvSpPr>
        <p:spPr>
          <a:xfrm>
            <a:off x="3848101" y="2437295"/>
            <a:ext cx="7648574" cy="175287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70064775-9F58-D536-1CB3-231CB1AAFC89}"/>
              </a:ext>
            </a:extLst>
          </p:cNvPr>
          <p:cNvCxnSpPr>
            <a:cxnSpLocks/>
          </p:cNvCxnSpPr>
          <p:nvPr userDrawn="1"/>
        </p:nvCxnSpPr>
        <p:spPr>
          <a:xfrm>
            <a:off x="3706201" y="2779075"/>
            <a:ext cx="432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EC8F89D5-64C5-1F4F-15C4-C2358D91AB4B}"/>
              </a:ext>
            </a:extLst>
          </p:cNvPr>
          <p:cNvCxnSpPr>
            <a:cxnSpLocks/>
          </p:cNvCxnSpPr>
          <p:nvPr userDrawn="1"/>
        </p:nvCxnSpPr>
        <p:spPr>
          <a:xfrm>
            <a:off x="3720900" y="4783294"/>
            <a:ext cx="432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Bildplatzhalter 19">
            <a:extLst>
              <a:ext uri="{FF2B5EF4-FFF2-40B4-BE49-F238E27FC236}">
                <a16:creationId xmlns:a16="http://schemas.microsoft.com/office/drawing/2014/main" id="{41D545E1-DBD6-9726-CC38-B1C6ABB9D0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95324" y="2436813"/>
            <a:ext cx="3152776" cy="17240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/>
          </a:p>
        </p:txBody>
      </p:sp>
      <p:sp>
        <p:nvSpPr>
          <p:cNvPr id="21" name="Bildplatzhalter 19">
            <a:extLst>
              <a:ext uri="{FF2B5EF4-FFF2-40B4-BE49-F238E27FC236}">
                <a16:creationId xmlns:a16="http://schemas.microsoft.com/office/drawing/2014/main" id="{910A2A80-2842-3262-4517-11ED166F3C5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95324" y="4425115"/>
            <a:ext cx="3152776" cy="17240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/>
          </a:p>
        </p:txBody>
      </p:sp>
      <p:sp>
        <p:nvSpPr>
          <p:cNvPr id="25" name="Textplatzhalter 24">
            <a:extLst>
              <a:ext uri="{FF2B5EF4-FFF2-40B4-BE49-F238E27FC236}">
                <a16:creationId xmlns:a16="http://schemas.microsoft.com/office/drawing/2014/main" id="{29A298FE-DB54-5F70-559B-758457CBD6D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152900" y="4551795"/>
            <a:ext cx="7181850" cy="4365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/>
              <a:t>Text einfügen</a:t>
            </a:r>
          </a:p>
        </p:txBody>
      </p:sp>
      <p:sp>
        <p:nvSpPr>
          <p:cNvPr id="26" name="Textplatzhalter 24">
            <a:extLst>
              <a:ext uri="{FF2B5EF4-FFF2-40B4-BE49-F238E27FC236}">
                <a16:creationId xmlns:a16="http://schemas.microsoft.com/office/drawing/2014/main" id="{B9A87946-E95C-B361-8439-6B013FEA9B2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138201" y="4989752"/>
            <a:ext cx="7181850" cy="932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/>
            </a:lvl1pPr>
          </a:lstStyle>
          <a:p>
            <a:pPr lvl="0"/>
            <a:r>
              <a:rPr lang="de-DE"/>
              <a:t>Text einfügen</a:t>
            </a:r>
          </a:p>
        </p:txBody>
      </p:sp>
      <p:sp>
        <p:nvSpPr>
          <p:cNvPr id="27" name="Textplatzhalter 24">
            <a:extLst>
              <a:ext uri="{FF2B5EF4-FFF2-40B4-BE49-F238E27FC236}">
                <a16:creationId xmlns:a16="http://schemas.microsoft.com/office/drawing/2014/main" id="{5B3891CE-5F33-ADC7-5793-CC2068A4B39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152900" y="2986870"/>
            <a:ext cx="7181850" cy="10669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/>
            </a:lvl1pPr>
          </a:lstStyle>
          <a:p>
            <a:pPr lvl="0"/>
            <a:r>
              <a:rPr lang="de-DE"/>
              <a:t>Text einfügen</a:t>
            </a:r>
          </a:p>
        </p:txBody>
      </p:sp>
      <p:sp>
        <p:nvSpPr>
          <p:cNvPr id="28" name="Textplatzhalter 24">
            <a:extLst>
              <a:ext uri="{FF2B5EF4-FFF2-40B4-BE49-F238E27FC236}">
                <a16:creationId xmlns:a16="http://schemas.microsoft.com/office/drawing/2014/main" id="{8A9F594F-6C1D-F093-DC7E-D3A481A27C4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152900" y="2534474"/>
            <a:ext cx="7181850" cy="4365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/>
              <a:t>Text einfügen</a:t>
            </a:r>
          </a:p>
        </p:txBody>
      </p:sp>
      <p:sp>
        <p:nvSpPr>
          <p:cNvPr id="30" name="Textplatzhalter 29">
            <a:extLst>
              <a:ext uri="{FF2B5EF4-FFF2-40B4-BE49-F238E27FC236}">
                <a16:creationId xmlns:a16="http://schemas.microsoft.com/office/drawing/2014/main" id="{34EBCDEC-5EA7-CCA7-C40B-790119932A1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10624" y="1798542"/>
            <a:ext cx="10690801" cy="39308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/>
              <a:t>Textfeld</a:t>
            </a:r>
          </a:p>
        </p:txBody>
      </p:sp>
      <p:sp>
        <p:nvSpPr>
          <p:cNvPr id="32" name="Fußzeilenplatzhalter 4">
            <a:extLst>
              <a:ext uri="{FF2B5EF4-FFF2-40B4-BE49-F238E27FC236}">
                <a16:creationId xmlns:a16="http://schemas.microsoft.com/office/drawing/2014/main" id="{A191056D-0C62-47F0-3DD7-759AA20FF034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Samuel Brunner | Vertiefung Microcontrollertechnik </a:t>
            </a:r>
          </a:p>
        </p:txBody>
      </p:sp>
      <p:sp>
        <p:nvSpPr>
          <p:cNvPr id="33" name="Foliennummernplatzhalter 4">
            <a:extLst>
              <a:ext uri="{FF2B5EF4-FFF2-40B4-BE49-F238E27FC236}">
                <a16:creationId xmlns:a16="http://schemas.microsoft.com/office/drawing/2014/main" id="{C0755DE2-7C86-361D-3C1A-D6125376AA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424060F0-28FD-A523-D224-9200449C7CD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668" y="166892"/>
            <a:ext cx="1004013" cy="778061"/>
          </a:xfrm>
          <a:prstGeom prst="rect">
            <a:avLst/>
          </a:prstGeom>
        </p:spPr>
      </p:pic>
      <p:sp>
        <p:nvSpPr>
          <p:cNvPr id="4" name="Textplatzhalter 20">
            <a:extLst>
              <a:ext uri="{FF2B5EF4-FFF2-40B4-BE49-F238E27FC236}">
                <a16:creationId xmlns:a16="http://schemas.microsoft.com/office/drawing/2014/main" id="{5998EFEE-AC7F-D6D1-D0ED-611795B181C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624" y="758632"/>
            <a:ext cx="10003758" cy="338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ggf. Unterüberschrift</a:t>
            </a:r>
          </a:p>
        </p:txBody>
      </p:sp>
      <p:sp>
        <p:nvSpPr>
          <p:cNvPr id="9" name="Textplatzhalter 12">
            <a:extLst>
              <a:ext uri="{FF2B5EF4-FFF2-40B4-BE49-F238E27FC236}">
                <a16:creationId xmlns:a16="http://schemas.microsoft.com/office/drawing/2014/main" id="{6B29113F-4A8A-3F06-128C-21B98F6BBD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0624" y="169617"/>
            <a:ext cx="10003758" cy="468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0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/>
              <a:t>Titel bearbeiten</a:t>
            </a:r>
          </a:p>
        </p:txBody>
      </p:sp>
      <p:cxnSp>
        <p:nvCxnSpPr>
          <p:cNvPr id="2" name="Gerader Verbinder 1">
            <a:extLst>
              <a:ext uri="{FF2B5EF4-FFF2-40B4-BE49-F238E27FC236}">
                <a16:creationId xmlns:a16="http://schemas.microsoft.com/office/drawing/2014/main" id="{A757C539-AC87-6399-6308-A2564758FBDA}"/>
              </a:ext>
            </a:extLst>
          </p:cNvPr>
          <p:cNvCxnSpPr>
            <a:cxnSpLocks/>
          </p:cNvCxnSpPr>
          <p:nvPr userDrawn="1"/>
        </p:nvCxnSpPr>
        <p:spPr>
          <a:xfrm>
            <a:off x="710624" y="694508"/>
            <a:ext cx="0" cy="46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94939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 und blauer Hinter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980B8758-FD68-4887-9646-FA83B8DC857B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1628774"/>
            <a:ext cx="12192000" cy="48244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0D7EC2AD-B910-9D38-DAD6-8230D05BBC96}"/>
              </a:ext>
            </a:extLst>
          </p:cNvPr>
          <p:cNvSpPr/>
          <p:nvPr/>
        </p:nvSpPr>
        <p:spPr>
          <a:xfrm>
            <a:off x="3848101" y="2437295"/>
            <a:ext cx="7648574" cy="363330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EFB6736E-280A-B902-A03E-6B73ABBA9B3A}"/>
              </a:ext>
            </a:extLst>
          </p:cNvPr>
          <p:cNvCxnSpPr>
            <a:cxnSpLocks/>
          </p:cNvCxnSpPr>
          <p:nvPr userDrawn="1"/>
        </p:nvCxnSpPr>
        <p:spPr>
          <a:xfrm>
            <a:off x="3706201" y="2779075"/>
            <a:ext cx="432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Bildplatzhalter 11">
            <a:extLst>
              <a:ext uri="{FF2B5EF4-FFF2-40B4-BE49-F238E27FC236}">
                <a16:creationId xmlns:a16="http://schemas.microsoft.com/office/drawing/2014/main" id="{A01B76AC-0E6D-6A71-3C5A-7961C1F4407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11200" y="2436813"/>
            <a:ext cx="3136900" cy="36337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/>
          </a:p>
        </p:txBody>
      </p:sp>
      <p:sp>
        <p:nvSpPr>
          <p:cNvPr id="14" name="Textplatzhalter 29">
            <a:extLst>
              <a:ext uri="{FF2B5EF4-FFF2-40B4-BE49-F238E27FC236}">
                <a16:creationId xmlns:a16="http://schemas.microsoft.com/office/drawing/2014/main" id="{22A386C0-259C-B17A-6883-3B44913C091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10624" y="1798542"/>
            <a:ext cx="10690801" cy="39308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/>
              <a:t>Textfeld</a:t>
            </a:r>
          </a:p>
        </p:txBody>
      </p:sp>
      <p:sp>
        <p:nvSpPr>
          <p:cNvPr id="15" name="Textplatzhalter 24">
            <a:extLst>
              <a:ext uri="{FF2B5EF4-FFF2-40B4-BE49-F238E27FC236}">
                <a16:creationId xmlns:a16="http://schemas.microsoft.com/office/drawing/2014/main" id="{35780F4A-423F-E1A8-755F-9333C90C522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152900" y="2534474"/>
            <a:ext cx="7181850" cy="4365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/>
              <a:t>Text einfügen</a:t>
            </a:r>
          </a:p>
        </p:txBody>
      </p:sp>
      <p:sp>
        <p:nvSpPr>
          <p:cNvPr id="17" name="Textplatzhalter 24">
            <a:extLst>
              <a:ext uri="{FF2B5EF4-FFF2-40B4-BE49-F238E27FC236}">
                <a16:creationId xmlns:a16="http://schemas.microsoft.com/office/drawing/2014/main" id="{95ECF1F0-7A90-9EB1-9FBA-1304814AAD3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152900" y="2986870"/>
            <a:ext cx="7181850" cy="29757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/>
            </a:lvl1pPr>
          </a:lstStyle>
          <a:p>
            <a:pPr lvl="0"/>
            <a:r>
              <a:rPr lang="de-DE"/>
              <a:t>Text einfügen</a:t>
            </a:r>
          </a:p>
        </p:txBody>
      </p:sp>
      <p:sp>
        <p:nvSpPr>
          <p:cNvPr id="19" name="Fußzeilenplatzhalter 4">
            <a:extLst>
              <a:ext uri="{FF2B5EF4-FFF2-40B4-BE49-F238E27FC236}">
                <a16:creationId xmlns:a16="http://schemas.microsoft.com/office/drawing/2014/main" id="{4005610B-85E6-A64F-4063-284680495F2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Samuel Brunner | Vertiefung Microcontrollertechnik </a:t>
            </a:r>
          </a:p>
        </p:txBody>
      </p:sp>
      <p:sp>
        <p:nvSpPr>
          <p:cNvPr id="20" name="Foliennummernplatzhalter 4">
            <a:extLst>
              <a:ext uri="{FF2B5EF4-FFF2-40B4-BE49-F238E27FC236}">
                <a16:creationId xmlns:a16="http://schemas.microsoft.com/office/drawing/2014/main" id="{D52AA5DE-D356-1E50-D05D-F5E71CCDC8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8DF32513-E0C3-F682-75B9-26B65988471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668" y="166892"/>
            <a:ext cx="1004013" cy="778061"/>
          </a:xfrm>
          <a:prstGeom prst="rect">
            <a:avLst/>
          </a:prstGeom>
        </p:spPr>
      </p:pic>
      <p:sp>
        <p:nvSpPr>
          <p:cNvPr id="8" name="Textplatzhalter 20">
            <a:extLst>
              <a:ext uri="{FF2B5EF4-FFF2-40B4-BE49-F238E27FC236}">
                <a16:creationId xmlns:a16="http://schemas.microsoft.com/office/drawing/2014/main" id="{D10E824B-3528-F8CC-5FFB-3A87CC1F188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624" y="758632"/>
            <a:ext cx="10003758" cy="338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ggf. Unterüberschrift</a:t>
            </a:r>
          </a:p>
        </p:txBody>
      </p:sp>
      <p:sp>
        <p:nvSpPr>
          <p:cNvPr id="9" name="Textplatzhalter 12">
            <a:extLst>
              <a:ext uri="{FF2B5EF4-FFF2-40B4-BE49-F238E27FC236}">
                <a16:creationId xmlns:a16="http://schemas.microsoft.com/office/drawing/2014/main" id="{9F09B648-8F2D-2F25-0CE6-B1E6F0FEFF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0624" y="169617"/>
            <a:ext cx="10003758" cy="468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0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/>
              <a:t>Titel bearbeiten</a:t>
            </a:r>
          </a:p>
        </p:txBody>
      </p:sp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F9B0EDDE-FC60-71DF-4610-6C7E8498E601}"/>
              </a:ext>
            </a:extLst>
          </p:cNvPr>
          <p:cNvCxnSpPr>
            <a:cxnSpLocks/>
          </p:cNvCxnSpPr>
          <p:nvPr userDrawn="1"/>
        </p:nvCxnSpPr>
        <p:spPr>
          <a:xfrm>
            <a:off x="710624" y="694508"/>
            <a:ext cx="0" cy="46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97047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el und blauer Hinter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980B8758-FD68-4887-9646-FA83B8DC857B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1622242"/>
            <a:ext cx="12192000" cy="48244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3819551A-0FD0-47C5-5DBB-19FB1BEB93EA}"/>
              </a:ext>
            </a:extLst>
          </p:cNvPr>
          <p:cNvSpPr/>
          <p:nvPr/>
        </p:nvSpPr>
        <p:spPr>
          <a:xfrm>
            <a:off x="710624" y="4425115"/>
            <a:ext cx="10809864" cy="1656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F9066979-42B2-A601-C58D-1BB4CF02DE8C}"/>
              </a:ext>
            </a:extLst>
          </p:cNvPr>
          <p:cNvSpPr/>
          <p:nvPr/>
        </p:nvSpPr>
        <p:spPr>
          <a:xfrm>
            <a:off x="710624" y="2437295"/>
            <a:ext cx="10786051" cy="175287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70064775-9F58-D536-1CB3-231CB1AAFC89}"/>
              </a:ext>
            </a:extLst>
          </p:cNvPr>
          <p:cNvCxnSpPr>
            <a:cxnSpLocks/>
          </p:cNvCxnSpPr>
          <p:nvPr userDrawn="1"/>
        </p:nvCxnSpPr>
        <p:spPr>
          <a:xfrm>
            <a:off x="705826" y="2779075"/>
            <a:ext cx="432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EC8F89D5-64C5-1F4F-15C4-C2358D91AB4B}"/>
              </a:ext>
            </a:extLst>
          </p:cNvPr>
          <p:cNvCxnSpPr>
            <a:cxnSpLocks/>
          </p:cNvCxnSpPr>
          <p:nvPr userDrawn="1"/>
        </p:nvCxnSpPr>
        <p:spPr>
          <a:xfrm>
            <a:off x="701475" y="4783294"/>
            <a:ext cx="432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platzhalter 24">
            <a:extLst>
              <a:ext uri="{FF2B5EF4-FFF2-40B4-BE49-F238E27FC236}">
                <a16:creationId xmlns:a16="http://schemas.microsoft.com/office/drawing/2014/main" id="{29A298FE-DB54-5F70-559B-758457CBD6D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42624" y="4551795"/>
            <a:ext cx="10192126" cy="4365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/>
              <a:t>Text einfügen</a:t>
            </a:r>
          </a:p>
        </p:txBody>
      </p:sp>
      <p:sp>
        <p:nvSpPr>
          <p:cNvPr id="26" name="Textplatzhalter 24">
            <a:extLst>
              <a:ext uri="{FF2B5EF4-FFF2-40B4-BE49-F238E27FC236}">
                <a16:creationId xmlns:a16="http://schemas.microsoft.com/office/drawing/2014/main" id="{B9A87946-E95C-B361-8439-6B013FEA9B2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33475" y="4989752"/>
            <a:ext cx="10186576" cy="932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/>
            </a:lvl1pPr>
          </a:lstStyle>
          <a:p>
            <a:pPr lvl="0"/>
            <a:r>
              <a:rPr lang="de-DE"/>
              <a:t>Text einfügen</a:t>
            </a:r>
          </a:p>
        </p:txBody>
      </p:sp>
      <p:sp>
        <p:nvSpPr>
          <p:cNvPr id="27" name="Textplatzhalter 24">
            <a:extLst>
              <a:ext uri="{FF2B5EF4-FFF2-40B4-BE49-F238E27FC236}">
                <a16:creationId xmlns:a16="http://schemas.microsoft.com/office/drawing/2014/main" id="{5B3891CE-5F33-ADC7-5793-CC2068A4B39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133475" y="2986870"/>
            <a:ext cx="10201275" cy="10669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/>
            </a:lvl1pPr>
          </a:lstStyle>
          <a:p>
            <a:pPr lvl="0"/>
            <a:r>
              <a:rPr lang="de-DE"/>
              <a:t>Text einfügen</a:t>
            </a:r>
          </a:p>
        </p:txBody>
      </p:sp>
      <p:sp>
        <p:nvSpPr>
          <p:cNvPr id="28" name="Textplatzhalter 24">
            <a:extLst>
              <a:ext uri="{FF2B5EF4-FFF2-40B4-BE49-F238E27FC236}">
                <a16:creationId xmlns:a16="http://schemas.microsoft.com/office/drawing/2014/main" id="{8A9F594F-6C1D-F093-DC7E-D3A481A27C4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133475" y="2534474"/>
            <a:ext cx="10201275" cy="4365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/>
              <a:t>Text einfügen</a:t>
            </a:r>
          </a:p>
        </p:txBody>
      </p:sp>
      <p:sp>
        <p:nvSpPr>
          <p:cNvPr id="30" name="Textplatzhalter 29">
            <a:extLst>
              <a:ext uri="{FF2B5EF4-FFF2-40B4-BE49-F238E27FC236}">
                <a16:creationId xmlns:a16="http://schemas.microsoft.com/office/drawing/2014/main" id="{34EBCDEC-5EA7-CCA7-C40B-790119932A1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10624" y="1798542"/>
            <a:ext cx="10690801" cy="39308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/>
              <a:t>Textfeld</a:t>
            </a:r>
          </a:p>
        </p:txBody>
      </p:sp>
      <p:sp>
        <p:nvSpPr>
          <p:cNvPr id="8" name="Fußzeilenplatzhalter 4">
            <a:extLst>
              <a:ext uri="{FF2B5EF4-FFF2-40B4-BE49-F238E27FC236}">
                <a16:creationId xmlns:a16="http://schemas.microsoft.com/office/drawing/2014/main" id="{13B323C9-E8CC-A337-4A93-166FB8259C3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Samuel Brunner | Vertiefung Microcontrollertechnik </a:t>
            </a:r>
          </a:p>
        </p:txBody>
      </p:sp>
      <p:sp>
        <p:nvSpPr>
          <p:cNvPr id="9" name="Foliennummernplatzhalter 4">
            <a:extLst>
              <a:ext uri="{FF2B5EF4-FFF2-40B4-BE49-F238E27FC236}">
                <a16:creationId xmlns:a16="http://schemas.microsoft.com/office/drawing/2014/main" id="{EF7BFD03-0F1F-2CE8-677D-9CB46DD2D3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16869481-6AF3-3DF0-080D-B3616F4F63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668" y="166892"/>
            <a:ext cx="1004013" cy="778061"/>
          </a:xfrm>
          <a:prstGeom prst="rect">
            <a:avLst/>
          </a:prstGeom>
        </p:spPr>
      </p:pic>
      <p:sp>
        <p:nvSpPr>
          <p:cNvPr id="11" name="Textplatzhalter 20">
            <a:extLst>
              <a:ext uri="{FF2B5EF4-FFF2-40B4-BE49-F238E27FC236}">
                <a16:creationId xmlns:a16="http://schemas.microsoft.com/office/drawing/2014/main" id="{0055FB3E-B9EE-AFAE-56E5-3A5A149A9F2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624" y="758632"/>
            <a:ext cx="10003758" cy="338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ggf. Unterüberschrift</a:t>
            </a:r>
          </a:p>
        </p:txBody>
      </p:sp>
      <p:sp>
        <p:nvSpPr>
          <p:cNvPr id="12" name="Textplatzhalter 12">
            <a:extLst>
              <a:ext uri="{FF2B5EF4-FFF2-40B4-BE49-F238E27FC236}">
                <a16:creationId xmlns:a16="http://schemas.microsoft.com/office/drawing/2014/main" id="{6149AB47-3747-A518-C42F-23736D74A9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0624" y="169617"/>
            <a:ext cx="10003758" cy="468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0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/>
              <a:t>Titel bearbeiten</a:t>
            </a:r>
          </a:p>
        </p:txBody>
      </p:sp>
      <p:cxnSp>
        <p:nvCxnSpPr>
          <p:cNvPr id="3" name="Gerader Verbinder 2">
            <a:extLst>
              <a:ext uri="{FF2B5EF4-FFF2-40B4-BE49-F238E27FC236}">
                <a16:creationId xmlns:a16="http://schemas.microsoft.com/office/drawing/2014/main" id="{CB89AEDB-6DCD-6854-D177-3ED3594C994F}"/>
              </a:ext>
            </a:extLst>
          </p:cNvPr>
          <p:cNvCxnSpPr>
            <a:cxnSpLocks/>
          </p:cNvCxnSpPr>
          <p:nvPr userDrawn="1"/>
        </p:nvCxnSpPr>
        <p:spPr>
          <a:xfrm>
            <a:off x="710624" y="694508"/>
            <a:ext cx="0" cy="46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89263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blauer Hinter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980B8758-FD68-4887-9646-FA83B8DC857B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1628774"/>
            <a:ext cx="12192000" cy="48244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Fußzeilenplatzhalter 4">
            <a:extLst>
              <a:ext uri="{FF2B5EF4-FFF2-40B4-BE49-F238E27FC236}">
                <a16:creationId xmlns:a16="http://schemas.microsoft.com/office/drawing/2014/main" id="{9D214575-EFD6-B053-9DB6-B270AEBFED7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Samuel Brunner | Vertiefung Microcontrollertechnik </a:t>
            </a:r>
          </a:p>
        </p:txBody>
      </p:sp>
      <p:sp>
        <p:nvSpPr>
          <p:cNvPr id="10" name="Foliennummernplatzhalter 4">
            <a:extLst>
              <a:ext uri="{FF2B5EF4-FFF2-40B4-BE49-F238E27FC236}">
                <a16:creationId xmlns:a16="http://schemas.microsoft.com/office/drawing/2014/main" id="{BAAFFCA8-6C08-CF69-5982-ED5CBC4A67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EC837C79-D892-F510-6553-9A9FF2BA005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668" y="166892"/>
            <a:ext cx="1004013" cy="778061"/>
          </a:xfrm>
          <a:prstGeom prst="rect">
            <a:avLst/>
          </a:prstGeom>
        </p:spPr>
      </p:pic>
      <p:sp>
        <p:nvSpPr>
          <p:cNvPr id="7" name="Textplatzhalter 20">
            <a:extLst>
              <a:ext uri="{FF2B5EF4-FFF2-40B4-BE49-F238E27FC236}">
                <a16:creationId xmlns:a16="http://schemas.microsoft.com/office/drawing/2014/main" id="{EA50777E-7E83-EB6D-861F-8E414E22DF1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624" y="758632"/>
            <a:ext cx="10003758" cy="338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ggf. Unterüberschrift</a:t>
            </a:r>
          </a:p>
        </p:txBody>
      </p:sp>
      <p:sp>
        <p:nvSpPr>
          <p:cNvPr id="8" name="Textplatzhalter 12">
            <a:extLst>
              <a:ext uri="{FF2B5EF4-FFF2-40B4-BE49-F238E27FC236}">
                <a16:creationId xmlns:a16="http://schemas.microsoft.com/office/drawing/2014/main" id="{F810941B-76D4-F332-6505-DAF896DFB1B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0624" y="169617"/>
            <a:ext cx="10003758" cy="468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0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/>
              <a:t>Titel bearbeiten</a:t>
            </a:r>
          </a:p>
        </p:txBody>
      </p:sp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29FF193B-BB66-E51F-A9F5-C2D4424C7474}"/>
              </a:ext>
            </a:extLst>
          </p:cNvPr>
          <p:cNvCxnSpPr>
            <a:cxnSpLocks/>
          </p:cNvCxnSpPr>
          <p:nvPr userDrawn="1"/>
        </p:nvCxnSpPr>
        <p:spPr>
          <a:xfrm>
            <a:off x="710624" y="694508"/>
            <a:ext cx="0" cy="46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83993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>
            <a:extLst>
              <a:ext uri="{FF2B5EF4-FFF2-40B4-BE49-F238E27FC236}">
                <a16:creationId xmlns:a16="http://schemas.microsoft.com/office/drawing/2014/main" id="{C9E49E1A-7003-4CA7-B6B3-AF5B08189AE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293" r="-299" b="1081"/>
          <a:stretch/>
        </p:blipFill>
        <p:spPr>
          <a:xfrm>
            <a:off x="1197331" y="1987507"/>
            <a:ext cx="10801350" cy="4472992"/>
          </a:xfrm>
          <a:prstGeom prst="rect">
            <a:avLst/>
          </a:prstGeom>
        </p:spPr>
      </p:pic>
      <p:sp>
        <p:nvSpPr>
          <p:cNvPr id="11" name="Rechteck 10">
            <a:extLst>
              <a:ext uri="{FF2B5EF4-FFF2-40B4-BE49-F238E27FC236}">
                <a16:creationId xmlns:a16="http://schemas.microsoft.com/office/drawing/2014/main" id="{81442B9A-23E1-4857-AD54-70B3C448BAFF}"/>
              </a:ext>
            </a:extLst>
          </p:cNvPr>
          <p:cNvSpPr>
            <a:spLocks noChangeAspect="1"/>
          </p:cNvSpPr>
          <p:nvPr userDrawn="1"/>
        </p:nvSpPr>
        <p:spPr>
          <a:xfrm>
            <a:off x="710624" y="1642974"/>
            <a:ext cx="10770752" cy="4472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15DB58E8-0799-4ADD-9842-FB22AF810EB1}"/>
              </a:ext>
            </a:extLst>
          </p:cNvPr>
          <p:cNvSpPr txBox="1"/>
          <p:nvPr userDrawn="1"/>
        </p:nvSpPr>
        <p:spPr>
          <a:xfrm>
            <a:off x="1142911" y="2030996"/>
            <a:ext cx="853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b="1" cap="all" baseline="0">
                <a:solidFill>
                  <a:schemeClr val="bg1"/>
                </a:solidFill>
              </a:rPr>
              <a:t>OTH Regensburg</a:t>
            </a:r>
          </a:p>
        </p:txBody>
      </p: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AE963170-CC3F-4B7B-A43C-FBA26EAE0A46}"/>
              </a:ext>
            </a:extLst>
          </p:cNvPr>
          <p:cNvCxnSpPr>
            <a:cxnSpLocks/>
          </p:cNvCxnSpPr>
          <p:nvPr userDrawn="1"/>
        </p:nvCxnSpPr>
        <p:spPr>
          <a:xfrm>
            <a:off x="1314876" y="3981283"/>
            <a:ext cx="0" cy="159890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feld 16">
            <a:extLst>
              <a:ext uri="{FF2B5EF4-FFF2-40B4-BE49-F238E27FC236}">
                <a16:creationId xmlns:a16="http://schemas.microsoft.com/office/drawing/2014/main" id="{C006D23E-43EA-49CC-B81F-F395BF7782C0}"/>
              </a:ext>
            </a:extLst>
          </p:cNvPr>
          <p:cNvSpPr txBox="1"/>
          <p:nvPr userDrawn="1"/>
        </p:nvSpPr>
        <p:spPr>
          <a:xfrm rot="16200000">
            <a:off x="-343425" y="4157606"/>
            <a:ext cx="33420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2000" cap="all">
                <a:solidFill>
                  <a:schemeClr val="bg1"/>
                </a:solidFill>
              </a:rPr>
              <a:t>   Kontakt</a:t>
            </a:r>
          </a:p>
        </p:txBody>
      </p:sp>
      <p:sp>
        <p:nvSpPr>
          <p:cNvPr id="23" name="Textplatzhalter 12">
            <a:extLst>
              <a:ext uri="{FF2B5EF4-FFF2-40B4-BE49-F238E27FC236}">
                <a16:creationId xmlns:a16="http://schemas.microsoft.com/office/drawing/2014/main" id="{70EEBAD6-CF66-459F-BEB4-801DC8B6294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33674" y="2838819"/>
            <a:ext cx="4479529" cy="215488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2000" b="0" cap="none" baseline="0">
                <a:solidFill>
                  <a:schemeClr val="bg1"/>
                </a:solidFill>
              </a:defRPr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Optional:</a:t>
            </a:r>
            <a:br>
              <a:rPr lang="de-DE" dirty="0"/>
            </a:br>
            <a:r>
              <a:rPr lang="de-DE" dirty="0" err="1"/>
              <a:t>Ansprechpartner:in</a:t>
            </a:r>
            <a:r>
              <a:rPr lang="de-DE" dirty="0"/>
              <a:t> einfügen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FA74D429-EDD3-4B03-8E14-3D9851A95F4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2466" y="4642725"/>
            <a:ext cx="324000" cy="350978"/>
          </a:xfrm>
          <a:prstGeom prst="rect">
            <a:avLst/>
          </a:prstGeom>
        </p:spPr>
      </p:pic>
      <p:pic>
        <p:nvPicPr>
          <p:cNvPr id="25" name="Grafik 24">
            <a:extLst>
              <a:ext uri="{FF2B5EF4-FFF2-40B4-BE49-F238E27FC236}">
                <a16:creationId xmlns:a16="http://schemas.microsoft.com/office/drawing/2014/main" id="{6C2387BD-6900-4367-983C-AB1978B6CF2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6391" y="3669011"/>
            <a:ext cx="432000" cy="467971"/>
          </a:xfrm>
          <a:prstGeom prst="rect">
            <a:avLst/>
          </a:prstGeom>
        </p:spPr>
      </p:pic>
      <p:pic>
        <p:nvPicPr>
          <p:cNvPr id="27" name="Grafik 26">
            <a:extLst>
              <a:ext uri="{FF2B5EF4-FFF2-40B4-BE49-F238E27FC236}">
                <a16:creationId xmlns:a16="http://schemas.microsoft.com/office/drawing/2014/main" id="{DFD78A3E-8653-4EAC-9E2C-3E00D7E8694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2466" y="2803299"/>
            <a:ext cx="324000" cy="350978"/>
          </a:xfrm>
          <a:prstGeom prst="rect">
            <a:avLst/>
          </a:prstGeom>
        </p:spPr>
      </p:pic>
      <p:sp>
        <p:nvSpPr>
          <p:cNvPr id="10" name="Fußzeilenplatzhalter 4">
            <a:extLst>
              <a:ext uri="{FF2B5EF4-FFF2-40B4-BE49-F238E27FC236}">
                <a16:creationId xmlns:a16="http://schemas.microsoft.com/office/drawing/2014/main" id="{66A0E902-529D-6DA1-01E0-2025FB756975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613834" y="6492875"/>
            <a:ext cx="7908241" cy="365125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Samuel Brunner | Vertiefung Microcontrollertechnik </a:t>
            </a:r>
          </a:p>
        </p:txBody>
      </p:sp>
      <p:sp>
        <p:nvSpPr>
          <p:cNvPr id="16" name="Foliennummernplatzhalter 4">
            <a:extLst>
              <a:ext uri="{FF2B5EF4-FFF2-40B4-BE49-F238E27FC236}">
                <a16:creationId xmlns:a16="http://schemas.microsoft.com/office/drawing/2014/main" id="{2E63D08A-E1A5-45B9-430F-A50934C23B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58AA45F2-28D0-B433-F4D9-4E17E6A3EAE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4668" y="166892"/>
            <a:ext cx="1004013" cy="778061"/>
          </a:xfrm>
          <a:prstGeom prst="rect">
            <a:avLst/>
          </a:prstGeom>
        </p:spPr>
      </p:pic>
      <p:sp>
        <p:nvSpPr>
          <p:cNvPr id="6" name="Textplatzhalter 20">
            <a:extLst>
              <a:ext uri="{FF2B5EF4-FFF2-40B4-BE49-F238E27FC236}">
                <a16:creationId xmlns:a16="http://schemas.microsoft.com/office/drawing/2014/main" id="{134D9865-83DE-46A7-374E-7C9375E6D49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624" y="758632"/>
            <a:ext cx="10003758" cy="3381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/>
            </a:lvl1pPr>
          </a:lstStyle>
          <a:p>
            <a:pPr lvl="0"/>
            <a:r>
              <a:rPr lang="de-DE" dirty="0"/>
              <a:t>ggf. Unterüberschrift</a:t>
            </a:r>
          </a:p>
        </p:txBody>
      </p:sp>
      <p:sp>
        <p:nvSpPr>
          <p:cNvPr id="7" name="Textplatzhalter 12">
            <a:extLst>
              <a:ext uri="{FF2B5EF4-FFF2-40B4-BE49-F238E27FC236}">
                <a16:creationId xmlns:a16="http://schemas.microsoft.com/office/drawing/2014/main" id="{A8262C2D-74B5-A454-40EA-E391A6D45C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0624" y="169617"/>
            <a:ext cx="10003758" cy="468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3000" b="1" cap="none" baseline="0"/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Kontakt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359D7578-FE4C-24B5-4CA4-08C2FBEE69A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286277" y="2777515"/>
            <a:ext cx="3566190" cy="43087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2000" b="0" cap="none" baseline="0">
                <a:solidFill>
                  <a:schemeClr val="bg1"/>
                </a:solidFill>
              </a:defRPr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lvl="0"/>
            <a:r>
              <a:rPr lang="de-DE" dirty="0"/>
              <a:t>Telefonnummer einfügen</a:t>
            </a:r>
            <a:br>
              <a:rPr lang="de-DE" dirty="0"/>
            </a:br>
            <a:endParaRPr lang="de-DE" dirty="0"/>
          </a:p>
        </p:txBody>
      </p:sp>
      <p:sp>
        <p:nvSpPr>
          <p:cNvPr id="24" name="Textplatzhalter 12">
            <a:extLst>
              <a:ext uri="{FF2B5EF4-FFF2-40B4-BE49-F238E27FC236}">
                <a16:creationId xmlns:a16="http://schemas.microsoft.com/office/drawing/2014/main" id="{EF202E39-1D1A-B325-18A1-66B79F3EFC6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299022" y="4565975"/>
            <a:ext cx="3566190" cy="855456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2000" b="0" cap="none" baseline="0">
                <a:solidFill>
                  <a:schemeClr val="bg1"/>
                </a:solidFill>
              </a:defRPr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sz="2000" b="0" cap="none" baseline="0" dirty="0">
                <a:solidFill>
                  <a:schemeClr val="bg1"/>
                </a:solidFill>
              </a:rPr>
              <a:t>xxx@oth-regensburg.de</a:t>
            </a:r>
          </a:p>
          <a:p>
            <a:pPr lvl="0"/>
            <a:br>
              <a:rPr lang="de-DE" dirty="0"/>
            </a:br>
            <a:endParaRPr lang="de-DE" dirty="0"/>
          </a:p>
        </p:txBody>
      </p:sp>
      <p:sp>
        <p:nvSpPr>
          <p:cNvPr id="8" name="Textplatzhalter 12">
            <a:extLst>
              <a:ext uri="{FF2B5EF4-FFF2-40B4-BE49-F238E27FC236}">
                <a16:creationId xmlns:a16="http://schemas.microsoft.com/office/drawing/2014/main" id="{4C5A3DA5-58C7-C8EA-4E3B-B8DC6019691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299022" y="3507636"/>
            <a:ext cx="3566190" cy="91925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2000" b="0" cap="none" baseline="0">
                <a:solidFill>
                  <a:schemeClr val="bg1"/>
                </a:solidFill>
              </a:defRPr>
            </a:lvl1pPr>
            <a:lvl2pPr>
              <a:defRPr sz="2900" b="1" cap="all" baseline="0"/>
            </a:lvl2pPr>
            <a:lvl3pPr>
              <a:defRPr sz="2900" b="1" cap="all" baseline="0"/>
            </a:lvl3pPr>
            <a:lvl4pPr>
              <a:defRPr sz="2900" b="1" cap="all" baseline="0"/>
            </a:lvl4pPr>
            <a:lvl5pPr>
              <a:defRPr sz="2900" b="1" cap="all" baseline="0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sz="2000" b="0" cap="none" baseline="0" dirty="0">
                <a:solidFill>
                  <a:schemeClr val="bg1"/>
                </a:solidFill>
              </a:rPr>
              <a:t>Adresse einfügen</a:t>
            </a:r>
          </a:p>
          <a:p>
            <a:pPr lvl="0"/>
            <a:br>
              <a:rPr lang="de-DE" dirty="0"/>
            </a:br>
            <a:endParaRPr lang="de-DE" dirty="0"/>
          </a:p>
        </p:txBody>
      </p:sp>
      <p:cxnSp>
        <p:nvCxnSpPr>
          <p:cNvPr id="2" name="Gerader Verbinder 1">
            <a:extLst>
              <a:ext uri="{FF2B5EF4-FFF2-40B4-BE49-F238E27FC236}">
                <a16:creationId xmlns:a16="http://schemas.microsoft.com/office/drawing/2014/main" id="{031D1246-F8AC-9C03-53FD-CED76677607E}"/>
              </a:ext>
            </a:extLst>
          </p:cNvPr>
          <p:cNvCxnSpPr>
            <a:cxnSpLocks/>
          </p:cNvCxnSpPr>
          <p:nvPr userDrawn="1"/>
        </p:nvCxnSpPr>
        <p:spPr>
          <a:xfrm>
            <a:off x="710624" y="694508"/>
            <a:ext cx="0" cy="46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70290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1797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54FF401-9A06-2828-12CD-C4A5AC310E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4025" y="64796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98502-BA22-4927-B2ED-0A18FFA86FFE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Fußzeilenplatzhalter 3">
            <a:extLst>
              <a:ext uri="{FF2B5EF4-FFF2-40B4-BE49-F238E27FC236}">
                <a16:creationId xmlns:a16="http://schemas.microsoft.com/office/drawing/2014/main" id="{0B24C314-2307-DF2A-CD78-15559D1ED1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0624" y="6517722"/>
            <a:ext cx="79082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 dirty="0"/>
              <a:t>Organisationseinheit | Autor | Name der Veranstaltung/Vorlesung</a:t>
            </a:r>
          </a:p>
        </p:txBody>
      </p:sp>
    </p:spTree>
    <p:extLst>
      <p:ext uri="{BB962C8B-B14F-4D97-AF65-F5344CB8AC3E}">
        <p14:creationId xmlns:p14="http://schemas.microsoft.com/office/powerpoint/2010/main" val="2055207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1" r:id="rId2"/>
    <p:sldLayoutId id="2147483669" r:id="rId3"/>
    <p:sldLayoutId id="2147483660" r:id="rId4"/>
    <p:sldLayoutId id="2147483709" r:id="rId5"/>
    <p:sldLayoutId id="2147483663" r:id="rId6"/>
    <p:sldLayoutId id="2147483710" r:id="rId7"/>
    <p:sldLayoutId id="2147483676" r:id="rId8"/>
    <p:sldLayoutId id="2147483675" r:id="rId9"/>
    <p:sldLayoutId id="2147483673" r:id="rId10"/>
    <p:sldLayoutId id="2147483671" r:id="rId11"/>
    <p:sldLayoutId id="2147483678" r:id="rId12"/>
    <p:sldLayoutId id="2147483704" r:id="rId13"/>
    <p:sldLayoutId id="2147483679" r:id="rId14"/>
    <p:sldLayoutId id="2147483705" r:id="rId15"/>
    <p:sldLayoutId id="2147483680" r:id="rId16"/>
    <p:sldLayoutId id="2147483683" r:id="rId17"/>
    <p:sldLayoutId id="2147483706" r:id="rId18"/>
    <p:sldLayoutId id="2147483707" r:id="rId19"/>
    <p:sldLayoutId id="2147483708" r:id="rId20"/>
    <p:sldLayoutId id="2147483662" r:id="rId21"/>
    <p:sldLayoutId id="2147483665" r:id="rId2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pos="7242" userDrawn="1">
          <p15:clr>
            <a:srgbClr val="F26B43"/>
          </p15:clr>
        </p15:guide>
        <p15:guide id="3" orient="horz" pos="2160" userDrawn="1">
          <p15:clr>
            <a:srgbClr val="F26B43"/>
          </p15:clr>
        </p15:guide>
        <p15:guide id="4" pos="438" userDrawn="1">
          <p15:clr>
            <a:srgbClr val="F26B43"/>
          </p15:clr>
        </p15:guide>
        <p15:guide id="5" orient="horz" pos="1026" userDrawn="1">
          <p15:clr>
            <a:srgbClr val="F26B43"/>
          </p15:clr>
        </p15:guide>
        <p15:guide id="6" orient="horz" pos="406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Relationship Id="rId5" Type="http://schemas.microsoft.com/office/2007/relationships/hdphoto" Target="../media/hdphoto1.wdp"/><Relationship Id="rId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sv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68A972-5308-FC42-34A3-56CD9815F289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de-DE" dirty="0"/>
              <a:t>Samuel Brunner | Vertiefung Microcontrollertechnik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B51B24-13E4-1DC7-BCEE-624D0C9235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298502-BA22-4927-B2ED-0A18FFA86FFE}" type="slidenum">
              <a:rPr lang="de-DE" smtClean="0"/>
              <a:pPr/>
              <a:t>1</a:t>
            </a:fld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BAA91D-8528-8738-FE8A-CC4E0C66EE85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n-US" dirty="0"/>
              <a:t>VMC-Projekt von Samuel Brunner</a:t>
            </a:r>
            <a:endParaRPr lang="de-DE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088030B-3CC9-4671-A707-A410695189A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KM3003 - </a:t>
            </a:r>
            <a:r>
              <a:rPr lang="en-US" dirty="0" err="1"/>
              <a:t>Kühlschrankmanager</a:t>
            </a:r>
            <a:endParaRPr lang="de-DE" dirty="0"/>
          </a:p>
        </p:txBody>
      </p:sp>
      <p:pic>
        <p:nvPicPr>
          <p:cNvPr id="8" name="Picture 7" descr="A white refrigerator with red crates and a black camera&#10;&#10;Description automatically generated">
            <a:extLst>
              <a:ext uri="{FF2B5EF4-FFF2-40B4-BE49-F238E27FC236}">
                <a16:creationId xmlns:a16="http://schemas.microsoft.com/office/drawing/2014/main" id="{8195A775-CDE2-606E-F004-BB463B5141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038"/>
          <a:stretch/>
        </p:blipFill>
        <p:spPr>
          <a:xfrm rot="5400000">
            <a:off x="6471617" y="1321068"/>
            <a:ext cx="5589786" cy="4934352"/>
          </a:xfrm>
          <a:prstGeom prst="rect">
            <a:avLst/>
          </a:prstGeom>
        </p:spPr>
      </p:pic>
      <p:pic>
        <p:nvPicPr>
          <p:cNvPr id="10" name="Picture 9" descr="A computer monitor and a phone on a table&#10;&#10;Description automatically generated">
            <a:extLst>
              <a:ext uri="{FF2B5EF4-FFF2-40B4-BE49-F238E27FC236}">
                <a16:creationId xmlns:a16="http://schemas.microsoft.com/office/drawing/2014/main" id="{79AAFD51-964B-6636-571B-D8E03FD8E1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758" b="20863"/>
          <a:stretch/>
        </p:blipFill>
        <p:spPr>
          <a:xfrm>
            <a:off x="243401" y="2157269"/>
            <a:ext cx="6315280" cy="3144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0097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81DDE2-561B-5475-4BBD-8B673D9E56C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 dirty="0"/>
              <a:t>Samuel Brunner | Vertiefung Microcontrollertechnik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D8ACAA-0203-2628-1E67-8E2B695C69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298502-BA22-4927-B2ED-0A18FFA86FFE}" type="slidenum">
              <a:rPr lang="de-DE" smtClean="0"/>
              <a:pPr/>
              <a:t>2</a:t>
            </a:fld>
            <a:endParaRPr lang="de-D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41827FC-B61A-8768-FEF0-8AB4649330F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err="1"/>
              <a:t>Systemkomponenten</a:t>
            </a:r>
            <a:endParaRPr lang="de-DE" dirty="0"/>
          </a:p>
        </p:txBody>
      </p:sp>
      <p:pic>
        <p:nvPicPr>
          <p:cNvPr id="10" name="Picture 9" descr="A dolphin and text on a black background&#10;&#10;Description automatically generated">
            <a:extLst>
              <a:ext uri="{FF2B5EF4-FFF2-40B4-BE49-F238E27FC236}">
                <a16:creationId xmlns:a16="http://schemas.microsoft.com/office/drawing/2014/main" id="{D488EAAC-5176-A9CA-166A-7219CF3A3E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7299" y="1527769"/>
            <a:ext cx="1901204" cy="1318960"/>
          </a:xfrm>
          <a:prstGeom prst="rect">
            <a:avLst/>
          </a:prstGeom>
        </p:spPr>
      </p:pic>
      <p:pic>
        <p:nvPicPr>
          <p:cNvPr id="11" name="Picture 10" descr="A computer monitor and a phone on a table&#10;&#10;Description automatically generated">
            <a:extLst>
              <a:ext uri="{FF2B5EF4-FFF2-40B4-BE49-F238E27FC236}">
                <a16:creationId xmlns:a16="http://schemas.microsoft.com/office/drawing/2014/main" id="{5409E0B9-8CC7-E983-E1E4-868DD8B22E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757" r="29518" b="25221"/>
          <a:stretch/>
        </p:blipFill>
        <p:spPr>
          <a:xfrm>
            <a:off x="3822014" y="1274441"/>
            <a:ext cx="3484160" cy="2299423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5CD02C33-8964-523A-1AFC-B33A39BD70BD}"/>
              </a:ext>
            </a:extLst>
          </p:cNvPr>
          <p:cNvSpPr txBox="1"/>
          <p:nvPr/>
        </p:nvSpPr>
        <p:spPr>
          <a:xfrm>
            <a:off x="2100959" y="2655258"/>
            <a:ext cx="1170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USB CDC</a:t>
            </a:r>
            <a:endParaRPr lang="de-DE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D9BCB0F-064A-B7CE-218D-1F869F2BCD78}"/>
              </a:ext>
            </a:extLst>
          </p:cNvPr>
          <p:cNvSpPr txBox="1"/>
          <p:nvPr/>
        </p:nvSpPr>
        <p:spPr>
          <a:xfrm>
            <a:off x="7893164" y="2655258"/>
            <a:ext cx="1507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IP-</a:t>
            </a:r>
            <a:r>
              <a:rPr lang="en-US" dirty="0" err="1"/>
              <a:t>Netzwerk</a:t>
            </a:r>
            <a:endParaRPr lang="de-DE" dirty="0"/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D80F3016-4893-DD15-0620-57C3908BF5AA}"/>
              </a:ext>
            </a:extLst>
          </p:cNvPr>
          <p:cNvCxnSpPr>
            <a:cxnSpLocks/>
          </p:cNvCxnSpPr>
          <p:nvPr/>
        </p:nvCxnSpPr>
        <p:spPr>
          <a:xfrm>
            <a:off x="1728779" y="2450249"/>
            <a:ext cx="1914875" cy="0"/>
          </a:xfrm>
          <a:prstGeom prst="straightConnector1">
            <a:avLst/>
          </a:prstGeom>
          <a:ln w="76200">
            <a:solidFill>
              <a:srgbClr val="831F8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4ABADFDB-327D-34D9-7AD2-EE0FAF8948B4}"/>
              </a:ext>
            </a:extLst>
          </p:cNvPr>
          <p:cNvCxnSpPr>
            <a:cxnSpLocks/>
          </p:cNvCxnSpPr>
          <p:nvPr/>
        </p:nvCxnSpPr>
        <p:spPr>
          <a:xfrm>
            <a:off x="7484534" y="2450249"/>
            <a:ext cx="2405424" cy="0"/>
          </a:xfrm>
          <a:prstGeom prst="straightConnector1">
            <a:avLst/>
          </a:prstGeom>
          <a:ln w="76200">
            <a:solidFill>
              <a:srgbClr val="831F8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6" name="Picture 65">
            <a:extLst>
              <a:ext uri="{FF2B5EF4-FFF2-40B4-BE49-F238E27FC236}">
                <a16:creationId xmlns:a16="http://schemas.microsoft.com/office/drawing/2014/main" id="{A8807DE7-D7A3-5751-47FC-B0668CAA06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309" b="92923" l="9949" r="89880">
                        <a14:foregroundMark x1="57976" y1="10325" x2="57976" y2="10325"/>
                        <a14:foregroundMark x1="75300" y1="7309" x2="75300" y2="7309"/>
                        <a14:foregroundMark x1="29674" y1="12065" x2="29674" y2="12065"/>
                        <a14:foregroundMark x1="35163" y1="18097" x2="35163" y2="18097"/>
                        <a14:foregroundMark x1="60892" y1="91183" x2="60892" y2="91183"/>
                        <a14:foregroundMark x1="46827" y1="92923" x2="46827" y2="9292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5106" y="1204439"/>
            <a:ext cx="1685168" cy="2491620"/>
          </a:xfrm>
          <a:prstGeom prst="rect">
            <a:avLst/>
          </a:prstGeom>
        </p:spPr>
      </p:pic>
      <p:sp>
        <p:nvSpPr>
          <p:cNvPr id="86" name="TextBox 85">
            <a:extLst>
              <a:ext uri="{FF2B5EF4-FFF2-40B4-BE49-F238E27FC236}">
                <a16:creationId xmlns:a16="http://schemas.microsoft.com/office/drawing/2014/main" id="{CF3C2EC7-5575-2D70-D864-5C4222E73585}"/>
              </a:ext>
            </a:extLst>
          </p:cNvPr>
          <p:cNvSpPr txBox="1"/>
          <p:nvPr/>
        </p:nvSpPr>
        <p:spPr>
          <a:xfrm>
            <a:off x="286116" y="3984299"/>
            <a:ext cx="316831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Präsentationsscanner</a:t>
            </a:r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Barcodes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QR-Codes</a:t>
            </a:r>
          </a:p>
          <a:p>
            <a:endParaRPr lang="de-DE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1856911B-5AE9-70F5-4B0F-3E942B9EA464}"/>
              </a:ext>
            </a:extLst>
          </p:cNvPr>
          <p:cNvSpPr txBox="1"/>
          <p:nvPr/>
        </p:nvSpPr>
        <p:spPr>
          <a:xfrm>
            <a:off x="3822014" y="3986463"/>
            <a:ext cx="383016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Microsoft Surface 3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Windows 11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Kiosk Modus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Batterieoptimierung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Zugriffsbeschränkungen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Gute</a:t>
            </a:r>
            <a:r>
              <a:rPr lang="en-US" dirty="0"/>
              <a:t> Touchpad Treiber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D5665B36-6D3F-A656-A416-1885E524C6EA}"/>
              </a:ext>
            </a:extLst>
          </p:cNvPr>
          <p:cNvSpPr txBox="1"/>
          <p:nvPr/>
        </p:nvSpPr>
        <p:spPr>
          <a:xfrm>
            <a:off x="8522075" y="3982778"/>
            <a:ext cx="31683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MySQL 8.0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Läuft</a:t>
            </a:r>
            <a:r>
              <a:rPr lang="en-US" dirty="0"/>
              <a:t> in Docker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30967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A1FD536-C4E2-B582-C8D8-1E68852DAAD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95325" y="1628274"/>
            <a:ext cx="6323096" cy="4788400"/>
          </a:xfrm>
        </p:spPr>
        <p:txBody>
          <a:bodyPr/>
          <a:lstStyle/>
          <a:p>
            <a:pPr marL="0" indent="0">
              <a:buNone/>
            </a:pPr>
            <a:r>
              <a:rPr lang="en-US" sz="2400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connection.ping</a:t>
            </a:r>
            <a:r>
              <a:rPr lang="en-US" sz="24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(reconnect=True)</a:t>
            </a:r>
          </a:p>
          <a:p>
            <a:pPr marL="0" indent="0">
              <a:buNone/>
            </a:pPr>
            <a:endParaRPr lang="en-US" sz="1200" dirty="0">
              <a:solidFill>
                <a:srgbClr val="002060"/>
              </a:solidFill>
              <a:latin typeface="Consolas" panose="020B0609020204030204" pitchFamily="49" charset="0"/>
            </a:endParaRPr>
          </a:p>
          <a:p>
            <a:r>
              <a:rPr lang="en-US" dirty="0" err="1"/>
              <a:t>Periodische</a:t>
            </a:r>
            <a:r>
              <a:rPr lang="en-US" dirty="0"/>
              <a:t> </a:t>
            </a:r>
            <a:r>
              <a:rPr lang="en-US" dirty="0" err="1"/>
              <a:t>Ausführung</a:t>
            </a:r>
            <a:endParaRPr lang="en-US" dirty="0"/>
          </a:p>
          <a:p>
            <a:r>
              <a:rPr lang="en-US" dirty="0"/>
              <a:t>Layout </a:t>
            </a:r>
            <a:r>
              <a:rPr lang="en-US" dirty="0" err="1"/>
              <a:t>Änderung</a:t>
            </a:r>
            <a:r>
              <a:rPr lang="en-US" dirty="0"/>
              <a:t> </a:t>
            </a:r>
            <a:r>
              <a:rPr lang="en-US" dirty="0" err="1"/>
              <a:t>nur</a:t>
            </a:r>
            <a:r>
              <a:rPr lang="en-US" dirty="0"/>
              <a:t> </a:t>
            </a:r>
            <a:r>
              <a:rPr lang="en-US" dirty="0" err="1"/>
              <a:t>bei</a:t>
            </a:r>
            <a:r>
              <a:rPr lang="en-US" dirty="0"/>
              <a:t> </a:t>
            </a:r>
            <a:r>
              <a:rPr lang="en-US" dirty="0" err="1"/>
              <a:t>Zustandsänderung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Nach </a:t>
            </a:r>
            <a:r>
              <a:rPr lang="en-US" dirty="0" err="1"/>
              <a:t>Beseitigung</a:t>
            </a:r>
            <a:r>
              <a:rPr lang="en-US" dirty="0"/>
              <a:t> des Fehlers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Scanner </a:t>
            </a:r>
            <a:r>
              <a:rPr lang="en-US" dirty="0" err="1"/>
              <a:t>verfügbar</a:t>
            </a:r>
            <a:endParaRPr lang="en-US" sz="1600" dirty="0"/>
          </a:p>
          <a:p>
            <a:pPr lvl="2">
              <a:lnSpc>
                <a:spcPct val="100000"/>
              </a:lnSpc>
            </a:pPr>
            <a:r>
              <a:rPr lang="en-US" sz="1800" dirty="0"/>
              <a:t>Ja: 		Checkout Layout</a:t>
            </a:r>
          </a:p>
          <a:p>
            <a:pPr lvl="2">
              <a:lnSpc>
                <a:spcPct val="100000"/>
              </a:lnSpc>
            </a:pPr>
            <a:r>
              <a:rPr lang="en-US" sz="1800" dirty="0" err="1"/>
              <a:t>Nein</a:t>
            </a:r>
            <a:r>
              <a:rPr lang="en-US" sz="1800" dirty="0"/>
              <a:t>: 	Scanner Fehler</a:t>
            </a:r>
          </a:p>
          <a:p>
            <a:pPr marL="0" indent="0">
              <a:lnSpc>
                <a:spcPct val="100000"/>
              </a:lnSpc>
              <a:buNone/>
            </a:pPr>
            <a:endParaRPr lang="en-US" b="1" dirty="0">
              <a:sym typeface="Wingdings" panose="05000000000000000000" pitchFamily="2" charset="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2400" b="1" dirty="0">
                <a:sym typeface="Wingdings" panose="05000000000000000000" pitchFamily="2" charset="2"/>
              </a:rPr>
              <a:t> </a:t>
            </a:r>
            <a:r>
              <a:rPr lang="en-US" sz="2400" b="1" dirty="0" err="1">
                <a:sym typeface="Wingdings" panose="05000000000000000000" pitchFamily="2" charset="2"/>
              </a:rPr>
              <a:t>Anwendungsschleife</a:t>
            </a:r>
            <a:r>
              <a:rPr lang="en-US" sz="2400" b="1" dirty="0">
                <a:sym typeface="Wingdings" panose="05000000000000000000" pitchFamily="2" charset="2"/>
              </a:rPr>
              <a:t> </a:t>
            </a:r>
            <a:r>
              <a:rPr lang="en-US" sz="2400" b="1" dirty="0" err="1">
                <a:sym typeface="Wingdings" panose="05000000000000000000" pitchFamily="2" charset="2"/>
              </a:rPr>
              <a:t>pollt</a:t>
            </a:r>
            <a:r>
              <a:rPr lang="en-US" sz="2400" b="1" dirty="0">
                <a:sym typeface="Wingdings" panose="05000000000000000000" pitchFamily="2" charset="2"/>
              </a:rPr>
              <a:t> 	</a:t>
            </a:r>
            <a:r>
              <a:rPr lang="en-US" sz="2400" b="1" dirty="0" err="1">
                <a:sym typeface="Wingdings" panose="05000000000000000000" pitchFamily="2" charset="2"/>
              </a:rPr>
              <a:t>Datenbank</a:t>
            </a:r>
            <a:r>
              <a:rPr lang="en-US" sz="2400" b="1" dirty="0">
                <a:sym typeface="Wingdings" panose="05000000000000000000" pitchFamily="2" charset="2"/>
              </a:rPr>
              <a:t>!</a:t>
            </a:r>
            <a:endParaRPr lang="en-US" sz="2400" b="1" dirty="0"/>
          </a:p>
          <a:p>
            <a:pPr marL="0" indent="0">
              <a:lnSpc>
                <a:spcPct val="150000"/>
              </a:lnSpc>
              <a:buNone/>
            </a:pPr>
            <a:endParaRPr lang="en-US" sz="2400" dirty="0">
              <a:solidFill>
                <a:srgbClr val="FF0000"/>
              </a:solidFill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C2F903-1932-AACF-AA5F-92B10CCC398B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de-DE" dirty="0"/>
              <a:t>Samuel Brunner | Vertiefung Microcontrollertechnik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5013A9-A5C5-B86B-52A5-94BC6242BB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298502-BA22-4927-B2ED-0A18FFA86FFE}" type="slidenum">
              <a:rPr lang="de-DE" smtClean="0"/>
              <a:pPr/>
              <a:t>3</a:t>
            </a:fld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9E32EE-8499-6C96-434C-5A8AF974AA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err="1"/>
              <a:t>Wiederaufbau</a:t>
            </a:r>
            <a:r>
              <a:rPr lang="en-US" dirty="0"/>
              <a:t> der </a:t>
            </a:r>
            <a:r>
              <a:rPr lang="en-US" dirty="0" err="1"/>
              <a:t>Verbindung</a:t>
            </a:r>
            <a:r>
              <a:rPr lang="en-US" dirty="0"/>
              <a:t> </a:t>
            </a:r>
            <a:r>
              <a:rPr lang="en-US" dirty="0" err="1"/>
              <a:t>zur</a:t>
            </a:r>
            <a:r>
              <a:rPr lang="en-US" dirty="0"/>
              <a:t> </a:t>
            </a:r>
            <a:r>
              <a:rPr lang="en-US" dirty="0" err="1"/>
              <a:t>Datenbank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DEE0ED37-AA4D-9BC8-B5E5-D4C608DA86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35579" y="970718"/>
            <a:ext cx="6111541" cy="5585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9199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D7054-F6D0-CDD9-2D82-B54539337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824BC44-7AC1-4379-BD0A-F4A2EBA46AB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95325" y="944953"/>
            <a:ext cx="10801350" cy="5062815"/>
          </a:xfrm>
        </p:spPr>
        <p:txBody>
          <a:bodyPr/>
          <a:lstStyle/>
          <a:p>
            <a:r>
              <a:rPr lang="en-US" dirty="0"/>
              <a:t>USB CDC: </a:t>
            </a:r>
            <a:r>
              <a:rPr lang="de-DE" sz="2000" b="1" dirty="0"/>
              <a:t>Emulieren eines COM/Seriellen Ports über USB</a:t>
            </a:r>
          </a:p>
          <a:p>
            <a:pPr lvl="1"/>
            <a:r>
              <a:rPr lang="de-DE" sz="2000" dirty="0"/>
              <a:t>Linux sowie Windows</a:t>
            </a:r>
          </a:p>
          <a:p>
            <a:pPr marL="457200" lvl="1" indent="0">
              <a:buNone/>
            </a:pPr>
            <a:endParaRPr lang="en-US" sz="2000" dirty="0"/>
          </a:p>
          <a:p>
            <a:r>
              <a:rPr lang="en-US" dirty="0"/>
              <a:t>Polling-Ansatz</a:t>
            </a:r>
          </a:p>
          <a:p>
            <a:pPr lvl="1"/>
            <a:r>
              <a:rPr lang="en-US" sz="2000" dirty="0"/>
              <a:t>Kein </a:t>
            </a:r>
            <a:r>
              <a:rPr lang="en-US" sz="2000" dirty="0" err="1"/>
              <a:t>einfaches</a:t>
            </a:r>
            <a:r>
              <a:rPr lang="en-US" sz="2000" dirty="0"/>
              <a:t> </a:t>
            </a:r>
            <a:r>
              <a:rPr lang="en-US" sz="2000" dirty="0" err="1"/>
              <a:t>Äquivalent</a:t>
            </a:r>
            <a:r>
              <a:rPr lang="en-US" sz="2000" dirty="0"/>
              <a:t> </a:t>
            </a:r>
            <a:r>
              <a:rPr lang="en-US" sz="2000" dirty="0" err="1"/>
              <a:t>zur</a:t>
            </a:r>
            <a:r>
              <a:rPr lang="en-US" sz="2000" dirty="0"/>
              <a:t> </a:t>
            </a:r>
            <a:r>
              <a:rPr lang="en-US" sz="20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ping()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/>
              <a:t>Funktion</a:t>
            </a:r>
            <a:endParaRPr lang="en-US" sz="2000" dirty="0"/>
          </a:p>
          <a:p>
            <a:pPr lvl="1"/>
            <a:r>
              <a:rPr lang="en-US" sz="2000" dirty="0"/>
              <a:t>Was das </a:t>
            </a:r>
            <a:r>
              <a:rPr lang="en-US" sz="2000" dirty="0" err="1"/>
              <a:t>Peripheriegerät</a:t>
            </a:r>
            <a:r>
              <a:rPr lang="en-US" sz="2000" dirty="0"/>
              <a:t> </a:t>
            </a:r>
            <a:r>
              <a:rPr lang="en-US" sz="2000" dirty="0" err="1"/>
              <a:t>schickt</a:t>
            </a:r>
            <a:r>
              <a:rPr lang="en-US" sz="2000" dirty="0"/>
              <a:t>, </a:t>
            </a:r>
            <a:r>
              <a:rPr lang="en-US" sz="2000" dirty="0" err="1"/>
              <a:t>kann</a:t>
            </a:r>
            <a:r>
              <a:rPr lang="en-US" sz="2000" dirty="0"/>
              <a:t> ich nicht </a:t>
            </a:r>
            <a:r>
              <a:rPr lang="en-US" sz="2000" dirty="0" err="1"/>
              <a:t>beeinflussen</a:t>
            </a:r>
            <a:endParaRPr lang="en-US" sz="2000" dirty="0"/>
          </a:p>
          <a:p>
            <a:pPr lvl="2"/>
            <a:r>
              <a:rPr lang="en-US" sz="2000" dirty="0"/>
              <a:t>Keep-Alive-</a:t>
            </a:r>
            <a:r>
              <a:rPr lang="en-US" sz="2000" dirty="0" err="1"/>
              <a:t>Meldungen</a:t>
            </a:r>
            <a:r>
              <a:rPr lang="en-US" sz="2000" dirty="0"/>
              <a:t> </a:t>
            </a:r>
            <a:r>
              <a:rPr lang="en-US" sz="2000" dirty="0" err="1"/>
              <a:t>sind</a:t>
            </a:r>
            <a:r>
              <a:rPr lang="en-US" sz="2000" dirty="0"/>
              <a:t> </a:t>
            </a:r>
            <a:r>
              <a:rPr lang="en-US" sz="2000" dirty="0" err="1"/>
              <a:t>keine</a:t>
            </a:r>
            <a:r>
              <a:rPr lang="en-US" sz="2000" dirty="0"/>
              <a:t> Option</a:t>
            </a:r>
          </a:p>
          <a:p>
            <a:pPr lvl="1"/>
            <a:r>
              <a:rPr lang="en-US" sz="2000" dirty="0"/>
              <a:t>Soll in Windows und Linux </a:t>
            </a:r>
            <a:r>
              <a:rPr lang="en-US" sz="2000" dirty="0" err="1"/>
              <a:t>funktionieren</a:t>
            </a:r>
            <a:endParaRPr lang="en-US" sz="2000" dirty="0"/>
          </a:p>
          <a:p>
            <a:pPr lvl="2"/>
            <a:endParaRPr lang="en-US" sz="2000" dirty="0"/>
          </a:p>
          <a:p>
            <a:r>
              <a:rPr lang="en-US" dirty="0"/>
              <a:t>Callback-Ansatz</a:t>
            </a:r>
          </a:p>
          <a:p>
            <a:pPr lvl="1"/>
            <a:r>
              <a:rPr lang="de-DE" sz="2000" dirty="0"/>
              <a:t>Bei </a:t>
            </a:r>
            <a:r>
              <a:rPr lang="de-DE" sz="2000" dirty="0" err="1"/>
              <a:t>Exception</a:t>
            </a:r>
            <a:r>
              <a:rPr lang="de-DE" sz="2000" dirty="0"/>
              <a:t> in</a:t>
            </a:r>
            <a:r>
              <a:rPr lang="de-DE" b="0" dirty="0">
                <a:effectLst/>
                <a:latin typeface="Consolas" panose="020B0609020204030204" pitchFamily="49" charset="0"/>
              </a:rPr>
              <a:t> </a:t>
            </a:r>
            <a:r>
              <a:rPr lang="de-DE" sz="2000" b="0" dirty="0" err="1"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ser.readline</a:t>
            </a:r>
            <a:r>
              <a:rPr lang="de-DE" sz="2000" b="0" dirty="0"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de-DE" sz="2000" dirty="0"/>
              <a:t>, meldet die Scanner Klasse </a:t>
            </a:r>
            <a:endParaRPr lang="en-US" sz="2000" dirty="0"/>
          </a:p>
          <a:p>
            <a:pPr marL="0" indent="0">
              <a:buNone/>
            </a:pPr>
            <a:endParaRPr lang="en-US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2400" b="1" dirty="0">
                <a:sym typeface="Wingdings" panose="05000000000000000000" pitchFamily="2" charset="2"/>
              </a:rPr>
              <a:t> </a:t>
            </a:r>
            <a:r>
              <a:rPr lang="en-US" sz="2400" b="1" dirty="0"/>
              <a:t>Scanner </a:t>
            </a:r>
            <a:r>
              <a:rPr lang="en-US" sz="2400" b="1" dirty="0" err="1">
                <a:sym typeface="Wingdings" panose="05000000000000000000" pitchFamily="2" charset="2"/>
              </a:rPr>
              <a:t>meldet</a:t>
            </a:r>
            <a:r>
              <a:rPr lang="en-US" sz="2400" b="1" dirty="0">
                <a:sym typeface="Wingdings" panose="05000000000000000000" pitchFamily="2" charset="2"/>
              </a:rPr>
              <a:t> an </a:t>
            </a:r>
            <a:r>
              <a:rPr lang="en-US" sz="2400" b="1" dirty="0" err="1">
                <a:sym typeface="Wingdings" panose="05000000000000000000" pitchFamily="2" charset="2"/>
              </a:rPr>
              <a:t>Anwendungsschleife</a:t>
            </a:r>
            <a:r>
              <a:rPr lang="en-US" sz="2400" b="1" dirty="0">
                <a:sym typeface="Wingdings" panose="05000000000000000000" pitchFamily="2" charset="2"/>
              </a:rPr>
              <a:t>!</a:t>
            </a:r>
            <a:endParaRPr lang="en-US" sz="2400" b="1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37EA27-CF88-4BE5-F65E-3786536E9F77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de-DE"/>
              <a:t>Samuel Brunner | Vertiefung Microcontrollertechnik 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04EDCE-9DF5-E71A-A941-E4AE8F582A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298502-BA22-4927-B2ED-0A18FFA86FFE}" type="slidenum">
              <a:rPr lang="de-DE" smtClean="0"/>
              <a:pPr/>
              <a:t>4</a:t>
            </a:fld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922D3E-A77A-6BCB-9048-4EA9B9DE1DD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err="1"/>
              <a:t>Wiederaufbau</a:t>
            </a:r>
            <a:r>
              <a:rPr lang="en-US" dirty="0"/>
              <a:t> der </a:t>
            </a:r>
            <a:r>
              <a:rPr lang="en-US" dirty="0" err="1"/>
              <a:t>Verbindung</a:t>
            </a:r>
            <a:r>
              <a:rPr lang="en-US" dirty="0"/>
              <a:t> </a:t>
            </a:r>
            <a:r>
              <a:rPr lang="en-US" dirty="0" err="1"/>
              <a:t>zum</a:t>
            </a:r>
            <a:r>
              <a:rPr lang="en-US" dirty="0"/>
              <a:t> Scanner</a:t>
            </a:r>
          </a:p>
        </p:txBody>
      </p:sp>
    </p:spTree>
    <p:extLst>
      <p:ext uri="{BB962C8B-B14F-4D97-AF65-F5344CB8AC3E}">
        <p14:creationId xmlns:p14="http://schemas.microsoft.com/office/powerpoint/2010/main" val="39031305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FFFB4-6BA6-3A0D-B90F-755CE7675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1B5B1F0-938A-B713-D47B-2E90DBD7F98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95325" y="944953"/>
            <a:ext cx="10801350" cy="2255392"/>
          </a:xfrm>
        </p:spPr>
        <p:txBody>
          <a:bodyPr/>
          <a:lstStyle/>
          <a:p>
            <a:r>
              <a:rPr lang="en-US" dirty="0"/>
              <a:t>Producer-Consumer-Modell</a:t>
            </a:r>
          </a:p>
          <a:p>
            <a:r>
              <a:rPr lang="de-DE" b="0" dirty="0"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de-DE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readFromScanner</a:t>
            </a:r>
            <a:r>
              <a:rPr lang="de-DE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de-DE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dirty="0" err="1"/>
              <a:t>läuft</a:t>
            </a:r>
            <a:r>
              <a:rPr lang="en-US" dirty="0"/>
              <a:t> in </a:t>
            </a:r>
            <a:r>
              <a:rPr lang="en-US" dirty="0" err="1"/>
              <a:t>eigenem</a:t>
            </a:r>
            <a:r>
              <a:rPr lang="en-US" dirty="0"/>
              <a:t> Thread und </a:t>
            </a:r>
            <a:r>
              <a:rPr lang="en-US" dirty="0" err="1"/>
              <a:t>blockiert</a:t>
            </a:r>
            <a:endParaRPr lang="en-US" dirty="0"/>
          </a:p>
          <a:p>
            <a:r>
              <a:rPr lang="en-US" dirty="0"/>
              <a:t>Queue </a:t>
            </a:r>
            <a:r>
              <a:rPr lang="en-US" dirty="0" err="1"/>
              <a:t>funktioniert</a:t>
            </a:r>
            <a:r>
              <a:rPr lang="en-US" dirty="0"/>
              <a:t> </a:t>
            </a:r>
            <a:r>
              <a:rPr lang="en-US" dirty="0" err="1"/>
              <a:t>nur</a:t>
            </a:r>
            <a:r>
              <a:rPr lang="en-US" dirty="0"/>
              <a:t> in </a:t>
            </a:r>
            <a:r>
              <a:rPr lang="en-US" dirty="0" err="1"/>
              <a:t>eine</a:t>
            </a:r>
            <a:r>
              <a:rPr lang="en-US" dirty="0"/>
              <a:t> </a:t>
            </a:r>
            <a:r>
              <a:rPr lang="en-US" dirty="0" err="1"/>
              <a:t>Richtung</a:t>
            </a:r>
            <a:endParaRPr lang="en-US" dirty="0"/>
          </a:p>
          <a:p>
            <a:pPr marL="0" indent="0">
              <a:buNone/>
            </a:pPr>
            <a:r>
              <a:rPr lang="en-US" sz="2000" dirty="0">
                <a:sym typeface="Wingdings" panose="05000000000000000000" pitchFamily="2" charset="2"/>
              </a:rPr>
              <a:t>	 </a:t>
            </a:r>
            <a:r>
              <a:rPr lang="en-US" sz="2000" dirty="0" err="1"/>
              <a:t>keine</a:t>
            </a:r>
            <a:r>
              <a:rPr lang="en-US" sz="2000" dirty="0"/>
              <a:t> </a:t>
            </a:r>
            <a:r>
              <a:rPr lang="en-US" sz="2000" dirty="0" err="1"/>
              <a:t>Probleme</a:t>
            </a:r>
            <a:r>
              <a:rPr lang="en-US" sz="2000" dirty="0"/>
              <a:t> </a:t>
            </a:r>
            <a:r>
              <a:rPr lang="en-US" sz="2000" dirty="0" err="1"/>
              <a:t>mit</a:t>
            </a:r>
            <a:r>
              <a:rPr lang="en-US" sz="2000" dirty="0"/>
              <a:t> Race Conditions </a:t>
            </a:r>
            <a:r>
              <a:rPr lang="en-US" sz="2000" dirty="0" err="1"/>
              <a:t>oder</a:t>
            </a:r>
            <a:r>
              <a:rPr lang="en-US" sz="2000" dirty="0"/>
              <a:t> Shared Resources</a:t>
            </a:r>
          </a:p>
          <a:p>
            <a:pPr marL="457200" lvl="1" indent="0">
              <a:buNone/>
            </a:pPr>
            <a:endParaRPr lang="en-US" sz="2000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E65F6C-EBE7-1BAC-4563-DEADE1715740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de-DE"/>
              <a:t>Samuel Brunner | Vertiefung Microcontrollertechnik 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E96EB5-AE6B-32C2-08A6-215536994E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298502-BA22-4927-B2ED-0A18FFA86FFE}" type="slidenum">
              <a:rPr lang="de-DE" smtClean="0"/>
              <a:pPr/>
              <a:t>5</a:t>
            </a:fld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274206-6935-E917-E665-275AF25CCC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Wie </a:t>
            </a:r>
            <a:r>
              <a:rPr lang="en-US" dirty="0" err="1"/>
              <a:t>funktioniert</a:t>
            </a:r>
            <a:r>
              <a:rPr lang="en-US" dirty="0"/>
              <a:t> Scanner?</a:t>
            </a:r>
          </a:p>
        </p:txBody>
      </p:sp>
      <p:pic>
        <p:nvPicPr>
          <p:cNvPr id="6" name="Picture 65">
            <a:extLst>
              <a:ext uri="{FF2B5EF4-FFF2-40B4-BE49-F238E27FC236}">
                <a16:creationId xmlns:a16="http://schemas.microsoft.com/office/drawing/2014/main" id="{D71DAE05-B5CA-A856-FFCB-4248123648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309" b="92923" l="9949" r="89880">
                        <a14:foregroundMark x1="57976" y1="10325" x2="57976" y2="10325"/>
                        <a14:foregroundMark x1="75300" y1="7309" x2="75300" y2="7309"/>
                        <a14:foregroundMark x1="29674" y1="12065" x2="29674" y2="12065"/>
                        <a14:foregroundMark x1="35163" y1="18097" x2="35163" y2="18097"/>
                        <a14:foregroundMark x1="60892" y1="91183" x2="60892" y2="91183"/>
                        <a14:foregroundMark x1="46827" y1="92923" x2="46827" y2="9292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59450" y="2658913"/>
            <a:ext cx="1685168" cy="2491620"/>
          </a:xfrm>
          <a:prstGeom prst="rect">
            <a:avLst/>
          </a:prstGeom>
        </p:spPr>
      </p:pic>
      <p:sp>
        <p:nvSpPr>
          <p:cNvPr id="7" name="Pfeil: nach rechts 6">
            <a:extLst>
              <a:ext uri="{FF2B5EF4-FFF2-40B4-BE49-F238E27FC236}">
                <a16:creationId xmlns:a16="http://schemas.microsoft.com/office/drawing/2014/main" id="{7E87F7D4-A87E-CA2F-1725-D3D7104396BA}"/>
              </a:ext>
            </a:extLst>
          </p:cNvPr>
          <p:cNvSpPr/>
          <p:nvPr/>
        </p:nvSpPr>
        <p:spPr>
          <a:xfrm>
            <a:off x="3392904" y="3507681"/>
            <a:ext cx="4944745" cy="79408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Queue</a:t>
            </a:r>
            <a:endParaRPr lang="de-DE" dirty="0"/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3CFA5DC2-D643-6EEA-BB3F-2002C3E9B7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95113" y="2496993"/>
            <a:ext cx="2895600" cy="3099777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69F73C1E-829C-2DF1-179B-9EB2A1F572DB}"/>
              </a:ext>
            </a:extLst>
          </p:cNvPr>
          <p:cNvSpPr txBox="1"/>
          <p:nvPr/>
        </p:nvSpPr>
        <p:spPr>
          <a:xfrm>
            <a:off x="338399" y="5768215"/>
            <a:ext cx="5757601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US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queue.put</a:t>
            </a:r>
            <a:r>
              <a:rPr lang="en-US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(line, block=True, timeout=None)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E5B3FE1E-88E1-24B8-B286-12603D0FA504}"/>
              </a:ext>
            </a:extLst>
          </p:cNvPr>
          <p:cNvSpPr txBox="1"/>
          <p:nvPr/>
        </p:nvSpPr>
        <p:spPr>
          <a:xfrm>
            <a:off x="7829551" y="5731858"/>
            <a:ext cx="3886200" cy="64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de-DE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de-DE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queue.empty</a:t>
            </a:r>
            <a:r>
              <a:rPr lang="de-DE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() == </a:t>
            </a:r>
            <a:r>
              <a:rPr lang="de-DE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de-DE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endParaRPr lang="de-DE" b="0" dirty="0">
              <a:solidFill>
                <a:srgbClr val="FF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de-DE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lang="de-DE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queue.get</a:t>
            </a:r>
            <a:r>
              <a:rPr lang="de-DE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(block=True)</a:t>
            </a:r>
          </a:p>
        </p:txBody>
      </p:sp>
    </p:spTree>
    <p:extLst>
      <p:ext uri="{BB962C8B-B14F-4D97-AF65-F5344CB8AC3E}">
        <p14:creationId xmlns:p14="http://schemas.microsoft.com/office/powerpoint/2010/main" val="18314748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E579D-F953-3BDC-FA55-55BD6FDDA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EE1973A-2517-0F5C-D93C-429E3F5CF5DA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r>
              <a:rPr lang="en-US" b="1" dirty="0"/>
              <a:t>Callback</a:t>
            </a:r>
            <a:r>
              <a:rPr lang="en-US" dirty="0"/>
              <a:t> </a:t>
            </a:r>
            <a:r>
              <a:rPr lang="en-US" dirty="0" err="1"/>
              <a:t>Funktion</a:t>
            </a:r>
            <a:r>
              <a:rPr lang="en-US" dirty="0"/>
              <a:t> </a:t>
            </a:r>
            <a:r>
              <a:rPr lang="en-US" dirty="0" err="1"/>
              <a:t>im</a:t>
            </a:r>
            <a:r>
              <a:rPr lang="en-US" dirty="0"/>
              <a:t> Main Thread:</a:t>
            </a:r>
          </a:p>
          <a:p>
            <a:pPr marL="457200" lvl="1" indent="0">
              <a:buNone/>
            </a:pPr>
            <a:endParaRPr lang="en-US" dirty="0"/>
          </a:p>
          <a:p>
            <a:pPr marL="0" indent="0">
              <a:lnSpc>
                <a:spcPts val="1425"/>
              </a:lnSpc>
              <a:buNone/>
            </a:pPr>
            <a:r>
              <a:rPr lang="en-US" sz="2000" b="0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2000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scannerStateChangeCallback</a:t>
            </a:r>
            <a:r>
              <a:rPr lang="en-US" sz="2000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newScannerState</a:t>
            </a:r>
            <a:r>
              <a:rPr lang="en-US" sz="2000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 marL="0" indent="0">
              <a:lnSpc>
                <a:spcPts val="1425"/>
              </a:lnSpc>
              <a:buNone/>
            </a:pPr>
            <a:r>
              <a:rPr lang="en-US" sz="2000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 err="1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latin typeface="Consolas" panose="020B0609020204030204" pitchFamily="49" charset="0"/>
              </a:rPr>
              <a:t>window.</a:t>
            </a:r>
            <a:r>
              <a:rPr lang="en-US" dirty="0" err="1">
                <a:solidFill>
                  <a:srgbClr val="002060"/>
                </a:solidFill>
                <a:latin typeface="Consolas" panose="020B0609020204030204" pitchFamily="49" charset="0"/>
              </a:rPr>
              <a:t>write_event_value</a:t>
            </a:r>
            <a:r>
              <a:rPr lang="en-US" sz="2000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('</a:t>
            </a:r>
            <a:r>
              <a:rPr lang="en-US" sz="2000" b="0" dirty="0">
                <a:solidFill>
                  <a:srgbClr val="EF7D00"/>
                </a:solidFill>
                <a:effectLst/>
                <a:latin typeface="Consolas" panose="020B0609020204030204" pitchFamily="49" charset="0"/>
              </a:rPr>
              <a:t>-SCANNER_CONNECTION_EVENT-</a:t>
            </a:r>
            <a:r>
              <a:rPr lang="en-US" sz="2000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', </a:t>
            </a:r>
            <a:r>
              <a:rPr lang="en-US" sz="2000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newScannerState</a:t>
            </a:r>
            <a:r>
              <a:rPr lang="en-US" sz="2000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ts val="1425"/>
              </a:lnSpc>
              <a:buNone/>
            </a:pPr>
            <a:endParaRPr lang="en-US" dirty="0">
              <a:solidFill>
                <a:srgbClr val="00206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ts val="1425"/>
              </a:lnSpc>
              <a:buNone/>
            </a:pPr>
            <a:r>
              <a:rPr lang="en-US" b="1" dirty="0" err="1"/>
              <a:t>Initialisierung</a:t>
            </a:r>
            <a:r>
              <a:rPr lang="en-US" dirty="0"/>
              <a:t> des Scanners:</a:t>
            </a:r>
          </a:p>
          <a:p>
            <a:pPr marL="0" indent="0">
              <a:lnSpc>
                <a:spcPts val="1425"/>
              </a:lnSpc>
              <a:buNone/>
            </a:pPr>
            <a:endParaRPr lang="en-US" dirty="0">
              <a:solidFill>
                <a:srgbClr val="00206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ts val="1425"/>
              </a:lnSpc>
              <a:buNone/>
            </a:pPr>
            <a:r>
              <a:rPr lang="en-US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scanner = </a:t>
            </a:r>
            <a:r>
              <a:rPr lang="en-US" b="0" dirty="0" err="1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scanner.SerialScanner</a:t>
            </a:r>
            <a:r>
              <a:rPr lang="en-US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chemeClr val="accent6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…</a:t>
            </a:r>
            <a:r>
              <a:rPr lang="en-US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scannerStateChangeCallback</a:t>
            </a:r>
            <a:r>
              <a:rPr lang="en-US" b="0" dirty="0">
                <a:solidFill>
                  <a:srgbClr val="002060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u="sng" dirty="0"/>
          </a:p>
          <a:p>
            <a:pPr marL="0" indent="0">
              <a:lnSpc>
                <a:spcPts val="1425"/>
              </a:lnSpc>
              <a:buNone/>
            </a:pPr>
            <a:endParaRPr lang="en-US" sz="2000" b="0" dirty="0">
              <a:solidFill>
                <a:srgbClr val="00206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ts val="1425"/>
              </a:lnSpc>
              <a:buNone/>
            </a:pPr>
            <a:endParaRPr lang="en-US" dirty="0">
              <a:solidFill>
                <a:srgbClr val="00206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ts val="1425"/>
              </a:lnSpc>
              <a:buNone/>
            </a:pPr>
            <a:r>
              <a:rPr lang="en-US" b="1" dirty="0"/>
              <a:t>Call</a:t>
            </a:r>
            <a:r>
              <a:rPr lang="en-US" dirty="0"/>
              <a:t> </a:t>
            </a:r>
            <a:r>
              <a:rPr lang="en-US" dirty="0" err="1"/>
              <a:t>im</a:t>
            </a:r>
            <a:r>
              <a:rPr lang="en-US" dirty="0"/>
              <a:t> Scanner Thread:</a:t>
            </a:r>
          </a:p>
          <a:p>
            <a:pPr marL="0" indent="0">
              <a:lnSpc>
                <a:spcPts val="1425"/>
              </a:lnSpc>
              <a:buNone/>
            </a:pPr>
            <a:endParaRPr lang="en-US" sz="2000" b="0" dirty="0">
              <a:solidFill>
                <a:srgbClr val="00206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ts val="1425"/>
              </a:lnSpc>
              <a:buNone/>
            </a:pPr>
            <a:r>
              <a:rPr lang="de-DE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self</a:t>
            </a:r>
            <a:r>
              <a:rPr lang="de-DE" dirty="0">
                <a:solidFill>
                  <a:schemeClr val="accent6">
                    <a:lumMod val="20000"/>
                    <a:lumOff val="80000"/>
                  </a:schemeClr>
                </a:solidFill>
                <a:latin typeface="Consolas" panose="020B0609020204030204" pitchFamily="49" charset="0"/>
              </a:rPr>
              <a:t>.</a:t>
            </a:r>
            <a:r>
              <a:rPr lang="de-DE" dirty="0">
                <a:solidFill>
                  <a:srgbClr val="002060"/>
                </a:solidFill>
                <a:latin typeface="Consolas" panose="020B0609020204030204" pitchFamily="49" charset="0"/>
              </a:rPr>
              <a:t>__</a:t>
            </a:r>
            <a:r>
              <a:rPr lang="de-DE" dirty="0" err="1">
                <a:solidFill>
                  <a:srgbClr val="002060"/>
                </a:solidFill>
                <a:latin typeface="Consolas" panose="020B0609020204030204" pitchFamily="49" charset="0"/>
              </a:rPr>
              <a:t>scannerStateChangeCallback</a:t>
            </a:r>
            <a:r>
              <a:rPr lang="de-DE" dirty="0">
                <a:solidFill>
                  <a:srgbClr val="002060"/>
                </a:solidFill>
                <a:latin typeface="Consolas" panose="020B0609020204030204" pitchFamily="49" charset="0"/>
              </a:rPr>
              <a:t>(</a:t>
            </a:r>
            <a:r>
              <a:rPr lang="de-DE" dirty="0" err="1">
                <a:solidFill>
                  <a:srgbClr val="FF0000"/>
                </a:solidFill>
                <a:latin typeface="Consolas" panose="020B0609020204030204" pitchFamily="49" charset="0"/>
              </a:rPr>
              <a:t>self</a:t>
            </a:r>
            <a:r>
              <a:rPr lang="de-DE" dirty="0">
                <a:solidFill>
                  <a:srgbClr val="FF0000"/>
                </a:solidFill>
                <a:latin typeface="Consolas" panose="020B0609020204030204" pitchFamily="49" charset="0"/>
              </a:rPr>
              <a:t>.__</a:t>
            </a:r>
            <a:r>
              <a:rPr lang="de-DE" dirty="0" err="1">
                <a:solidFill>
                  <a:srgbClr val="FF0000"/>
                </a:solidFill>
                <a:latin typeface="Consolas" panose="020B0609020204030204" pitchFamily="49" charset="0"/>
              </a:rPr>
              <a:t>connectionState</a:t>
            </a:r>
            <a:r>
              <a:rPr lang="de-DE" dirty="0">
                <a:solidFill>
                  <a:srgbClr val="002060"/>
                </a:solidFill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ts val="1425"/>
              </a:lnSpc>
              <a:buNone/>
            </a:pPr>
            <a:endParaRPr lang="en-US" sz="2000" b="0" dirty="0">
              <a:solidFill>
                <a:srgbClr val="00206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F49A4B-D3F2-DD2D-F2D5-107F779C817F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de-DE"/>
              <a:t>Samuel Brunner | Vertiefung Microcontrollertechnik 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EF0A2F-B654-81D9-A8A3-9651D254CD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298502-BA22-4927-B2ED-0A18FFA86FFE}" type="slidenum">
              <a:rPr lang="de-DE" smtClean="0"/>
              <a:pPr/>
              <a:t>6</a:t>
            </a:fld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1158A7-4200-A054-4590-68F5FB6913F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err="1"/>
              <a:t>Wiederaufbau</a:t>
            </a:r>
            <a:r>
              <a:rPr lang="en-US" dirty="0"/>
              <a:t> der </a:t>
            </a:r>
            <a:r>
              <a:rPr lang="en-US" dirty="0" err="1"/>
              <a:t>Verbindung</a:t>
            </a:r>
            <a:r>
              <a:rPr lang="en-US" dirty="0"/>
              <a:t> </a:t>
            </a:r>
            <a:r>
              <a:rPr lang="en-US" dirty="0" err="1"/>
              <a:t>zum</a:t>
            </a:r>
            <a:r>
              <a:rPr lang="en-US" dirty="0"/>
              <a:t> Scanner</a:t>
            </a:r>
          </a:p>
        </p:txBody>
      </p:sp>
    </p:spTree>
    <p:extLst>
      <p:ext uri="{BB962C8B-B14F-4D97-AF65-F5344CB8AC3E}">
        <p14:creationId xmlns:p14="http://schemas.microsoft.com/office/powerpoint/2010/main" val="23382735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1D54538B-62D7-9331-D3DB-7711E685BB2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95325" y="944953"/>
            <a:ext cx="10801350" cy="2824942"/>
          </a:xfrm>
        </p:spPr>
        <p:txBody>
          <a:bodyPr/>
          <a:lstStyle/>
          <a:p>
            <a:r>
              <a:rPr lang="de-DE" dirty="0"/>
              <a:t>Syntax sehr ähnlich zu </a:t>
            </a:r>
            <a:r>
              <a:rPr lang="de-DE" b="1" dirty="0">
                <a:solidFill>
                  <a:srgbClr val="002060"/>
                </a:solidFill>
                <a:latin typeface="Consolas" panose="020B0609020204030204" pitchFamily="49" charset="0"/>
              </a:rPr>
              <a:t>*.INI </a:t>
            </a:r>
            <a:r>
              <a:rPr lang="de-DE" b="1" dirty="0" err="1">
                <a:solidFill>
                  <a:srgbClr val="002060"/>
                </a:solidFill>
                <a:latin typeface="Consolas" panose="020B0609020204030204" pitchFamily="49" charset="0"/>
              </a:rPr>
              <a:t>files</a:t>
            </a:r>
            <a:r>
              <a:rPr lang="de-DE" b="1" dirty="0">
                <a:solidFill>
                  <a:srgbClr val="002060"/>
                </a:solidFill>
                <a:latin typeface="Consolas" panose="020B0609020204030204" pitchFamily="49" charset="0"/>
              </a:rPr>
              <a:t> </a:t>
            </a:r>
            <a:r>
              <a:rPr lang="de-DE" dirty="0"/>
              <a:t>in Windows</a:t>
            </a:r>
          </a:p>
          <a:p>
            <a:pPr marL="0" indent="0">
              <a:buNone/>
            </a:pPr>
            <a:endParaRPr lang="de-DE" dirty="0"/>
          </a:p>
          <a:p>
            <a:r>
              <a:rPr lang="de-DE" dirty="0"/>
              <a:t>Ausdrücke für </a:t>
            </a:r>
            <a:r>
              <a:rPr lang="de-DE" b="1" dirty="0">
                <a:solidFill>
                  <a:srgbClr val="002060"/>
                </a:solidFill>
                <a:latin typeface="Consolas" panose="020B0609020204030204" pitchFamily="49" charset="0"/>
              </a:rPr>
              <a:t>True</a:t>
            </a:r>
            <a:r>
              <a:rPr lang="de-DE" dirty="0"/>
              <a:t>: 	</a:t>
            </a:r>
            <a:r>
              <a:rPr lang="de-DE" sz="2000" dirty="0" err="1">
                <a:solidFill>
                  <a:srgbClr val="002060"/>
                </a:solidFill>
                <a:latin typeface="Consolas" panose="020B0609020204030204" pitchFamily="49" charset="0"/>
              </a:rPr>
              <a:t>true</a:t>
            </a:r>
            <a:r>
              <a:rPr lang="de-DE" sz="2000" dirty="0"/>
              <a:t>, </a:t>
            </a:r>
            <a:r>
              <a:rPr lang="de-DE" sz="2000" dirty="0">
                <a:solidFill>
                  <a:srgbClr val="002060"/>
                </a:solidFill>
                <a:latin typeface="Consolas" panose="020B0609020204030204" pitchFamily="49" charset="0"/>
              </a:rPr>
              <a:t>1</a:t>
            </a:r>
            <a:r>
              <a:rPr lang="de-DE" sz="2000" dirty="0"/>
              <a:t>, </a:t>
            </a:r>
            <a:r>
              <a:rPr lang="de-DE" sz="2000" dirty="0">
                <a:solidFill>
                  <a:srgbClr val="002060"/>
                </a:solidFill>
                <a:latin typeface="Consolas" panose="020B0609020204030204" pitchFamily="49" charset="0"/>
              </a:rPr>
              <a:t>t</a:t>
            </a:r>
            <a:r>
              <a:rPr lang="de-DE" sz="2000" dirty="0"/>
              <a:t>, </a:t>
            </a:r>
            <a:r>
              <a:rPr lang="de-DE" sz="2000" dirty="0">
                <a:solidFill>
                  <a:srgbClr val="002060"/>
                </a:solidFill>
                <a:latin typeface="Consolas" panose="020B0609020204030204" pitchFamily="49" charset="0"/>
              </a:rPr>
              <a:t>y</a:t>
            </a:r>
            <a:r>
              <a:rPr lang="de-DE" sz="2000" dirty="0"/>
              <a:t>, </a:t>
            </a:r>
            <a:r>
              <a:rPr lang="de-DE" sz="2000" dirty="0" err="1">
                <a:solidFill>
                  <a:srgbClr val="002060"/>
                </a:solidFill>
                <a:latin typeface="Consolas" panose="020B0609020204030204" pitchFamily="49" charset="0"/>
              </a:rPr>
              <a:t>yes</a:t>
            </a:r>
            <a:r>
              <a:rPr lang="de-DE" sz="2000" dirty="0"/>
              <a:t>, </a:t>
            </a:r>
            <a:r>
              <a:rPr lang="de-DE" sz="2000" dirty="0">
                <a:solidFill>
                  <a:srgbClr val="002060"/>
                </a:solidFill>
                <a:latin typeface="Consolas" panose="020B0609020204030204" pitchFamily="49" charset="0"/>
              </a:rPr>
              <a:t>yeah</a:t>
            </a:r>
            <a:r>
              <a:rPr lang="de-DE" sz="2000" dirty="0"/>
              <a:t>, </a:t>
            </a:r>
            <a:r>
              <a:rPr lang="de-DE" sz="2000" dirty="0" err="1">
                <a:solidFill>
                  <a:srgbClr val="002060"/>
                </a:solidFill>
                <a:latin typeface="Consolas" panose="020B0609020204030204" pitchFamily="49" charset="0"/>
              </a:rPr>
              <a:t>yup</a:t>
            </a:r>
            <a:r>
              <a:rPr lang="de-DE" sz="2000" dirty="0"/>
              <a:t>, </a:t>
            </a:r>
            <a:r>
              <a:rPr lang="de-DE" sz="2000" dirty="0">
                <a:solidFill>
                  <a:srgbClr val="002060"/>
                </a:solidFill>
                <a:latin typeface="Consolas" panose="020B0609020204030204" pitchFamily="49" charset="0"/>
              </a:rPr>
              <a:t>ja</a:t>
            </a:r>
            <a:r>
              <a:rPr lang="de-DE" sz="2000" dirty="0"/>
              <a:t>, </a:t>
            </a:r>
            <a:r>
              <a:rPr lang="de-DE" sz="2000" dirty="0">
                <a:solidFill>
                  <a:srgbClr val="002060"/>
                </a:solidFill>
                <a:latin typeface="Consolas" panose="020B0609020204030204" pitchFamily="49" charset="0"/>
              </a:rPr>
              <a:t>jawoll</a:t>
            </a:r>
          </a:p>
          <a:p>
            <a:r>
              <a:rPr lang="de-DE" dirty="0"/>
              <a:t>Ausdrücke für</a:t>
            </a:r>
            <a:r>
              <a:rPr lang="de-DE" dirty="0">
                <a:latin typeface="Consolas" panose="020B0609020204030204" pitchFamily="49" charset="0"/>
              </a:rPr>
              <a:t> </a:t>
            </a:r>
            <a:r>
              <a:rPr lang="de-DE" b="1" dirty="0" err="1">
                <a:solidFill>
                  <a:srgbClr val="002060"/>
                </a:solidFill>
                <a:latin typeface="Consolas" panose="020B0609020204030204" pitchFamily="49" charset="0"/>
              </a:rPr>
              <a:t>False</a:t>
            </a:r>
            <a:r>
              <a:rPr lang="de-DE" dirty="0">
                <a:latin typeface="Consolas" panose="020B0609020204030204" pitchFamily="49" charset="0"/>
              </a:rPr>
              <a:t>: 	</a:t>
            </a:r>
            <a:r>
              <a:rPr lang="de-DE" sz="2000" dirty="0"/>
              <a:t>Alles andere.</a:t>
            </a:r>
          </a:p>
          <a:p>
            <a:endParaRPr lang="de-DE" sz="2000" dirty="0"/>
          </a:p>
          <a:p>
            <a:r>
              <a:rPr lang="de-DE" dirty="0"/>
              <a:t>Datenbankverbindung, serielle Schnittstelle, Schriftart, Fenstergröße</a:t>
            </a:r>
          </a:p>
          <a:p>
            <a:pPr marL="0" indent="0">
              <a:lnSpc>
                <a:spcPts val="1425"/>
              </a:lnSpc>
              <a:buNone/>
            </a:pPr>
            <a:endParaRPr lang="en-US" b="0" dirty="0">
              <a:solidFill>
                <a:srgbClr val="FF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de-DE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A18A2DD-F72A-969A-40EB-B544EDEA0764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de-DE"/>
              <a:t>Samuel Brunner | Vertiefung Microcontrollertechnik 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446CC24-41E1-919B-8551-7FD5243DA9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298502-BA22-4927-B2ED-0A18FFA86FFE}" type="slidenum">
              <a:rPr lang="de-DE" smtClean="0"/>
              <a:pPr/>
              <a:t>7</a:t>
            </a:fld>
            <a:endParaRPr lang="de-DE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F664AB8-B2AB-38DE-A910-DC23A08503F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Wie </a:t>
            </a:r>
            <a:r>
              <a:rPr lang="en-US" dirty="0" err="1"/>
              <a:t>konfiguriert</a:t>
            </a:r>
            <a:r>
              <a:rPr lang="en-US" dirty="0"/>
              <a:t> man die </a:t>
            </a:r>
            <a:r>
              <a:rPr lang="en-US" dirty="0" err="1"/>
              <a:t>Anwendung</a:t>
            </a:r>
            <a:r>
              <a:rPr lang="en-US" dirty="0"/>
              <a:t>?</a:t>
            </a:r>
            <a:endParaRPr lang="de-DE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896CBEF-F083-956B-92E8-1F9D2D7F9E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2551137"/>
              </p:ext>
            </p:extLst>
          </p:nvPr>
        </p:nvGraphicFramePr>
        <p:xfrm>
          <a:off x="1430422" y="3703497"/>
          <a:ext cx="8128000" cy="238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91638340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0511184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Kiosk Modus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dirty="0"/>
                        <a:t>Debug Modus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57294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457200" lvl="1" indent="0">
                        <a:buNone/>
                      </a:pPr>
                      <a:r>
                        <a:rPr lang="en-US" b="0" dirty="0">
                          <a:solidFill>
                            <a:srgbClr val="002060"/>
                          </a:solidFill>
                          <a:latin typeface="Consolas" panose="020B0609020204030204" pitchFamily="49" charset="0"/>
                        </a:rPr>
                        <a:t>resizable =    False</a:t>
                      </a:r>
                      <a:endParaRPr lang="en-US" b="0" dirty="0">
                        <a:latin typeface="Consolas" panose="020B0609020204030204" pitchFamily="49" charset="0"/>
                      </a:endParaRPr>
                    </a:p>
                    <a:p>
                      <a:pPr marL="457200" lvl="1" indent="0">
                        <a:buNone/>
                      </a:pPr>
                      <a:r>
                        <a:rPr lang="en-US" b="0" dirty="0" err="1">
                          <a:solidFill>
                            <a:srgbClr val="002060"/>
                          </a:solidFill>
                          <a:latin typeface="Consolas" panose="020B0609020204030204" pitchFamily="49" charset="0"/>
                        </a:rPr>
                        <a:t>no_titlebar</a:t>
                      </a:r>
                      <a:r>
                        <a:rPr lang="en-US" b="0" dirty="0">
                          <a:solidFill>
                            <a:srgbClr val="002060"/>
                          </a:solidFill>
                          <a:latin typeface="Consolas" panose="020B0609020204030204" pitchFamily="49" charset="0"/>
                        </a:rPr>
                        <a:t> =  True</a:t>
                      </a:r>
                      <a:endParaRPr lang="en-US" b="0" dirty="0">
                        <a:latin typeface="Consolas" panose="020B0609020204030204" pitchFamily="49" charset="0"/>
                      </a:endParaRPr>
                    </a:p>
                    <a:p>
                      <a:pPr marL="457200" lvl="1" indent="0">
                        <a:buNone/>
                      </a:pPr>
                      <a:r>
                        <a:rPr lang="en-US" b="0" dirty="0">
                          <a:solidFill>
                            <a:srgbClr val="002060"/>
                          </a:solidFill>
                          <a:latin typeface="Consolas" panose="020B0609020204030204" pitchFamily="49" charset="0"/>
                        </a:rPr>
                        <a:t>maximize =     True</a:t>
                      </a:r>
                    </a:p>
                    <a:p>
                      <a:pPr marL="457200" lvl="1" indent="0">
                        <a:buNone/>
                      </a:pPr>
                      <a:r>
                        <a:rPr lang="de-DE" b="0" dirty="0" err="1">
                          <a:solidFill>
                            <a:srgbClr val="002060"/>
                          </a:solidFill>
                          <a:latin typeface="Consolas" panose="020B0609020204030204" pitchFamily="49" charset="0"/>
                        </a:rPr>
                        <a:t>keep_on_top</a:t>
                      </a:r>
                      <a:r>
                        <a:rPr lang="de-DE" b="0" dirty="0">
                          <a:solidFill>
                            <a:srgbClr val="002060"/>
                          </a:solidFill>
                          <a:latin typeface="Consolas" panose="020B0609020204030204" pitchFamily="49" charset="0"/>
                        </a:rPr>
                        <a:t> =  True</a:t>
                      </a:r>
                    </a:p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lvl="1" indent="0" algn="l" defTabSz="914400" rtl="0" eaLnBrk="1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en-US" sz="1800" b="0" kern="1200" dirty="0">
                          <a:solidFill>
                            <a:srgbClr val="002060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Debug = True</a:t>
                      </a:r>
                    </a:p>
                    <a:p>
                      <a:pPr marL="457200" lvl="1" indent="0" algn="l" defTabSz="914400" rtl="0" eaLnBrk="1" latinLnBrk="0" hangingPunct="1">
                        <a:lnSpc>
                          <a:spcPct val="100000"/>
                        </a:lnSpc>
                        <a:buNone/>
                      </a:pPr>
                      <a:endParaRPr lang="en-US" sz="1800" b="0" kern="1200" dirty="0">
                        <a:solidFill>
                          <a:srgbClr val="002060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  <a:p>
                      <a:pPr marL="457200" lvl="1" indent="0" algn="l" defTabSz="914400" rtl="0" eaLnBrk="1" latinLnBrk="0" hangingPunct="1">
                        <a:lnSpc>
                          <a:spcPct val="100000"/>
                        </a:lnSpc>
                        <a:buNone/>
                      </a:pPr>
                      <a:endParaRPr lang="en-US" sz="1800" b="0" kern="1200" dirty="0">
                        <a:solidFill>
                          <a:srgbClr val="002060"/>
                        </a:solidFill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  <a:p>
                      <a:pPr marL="457200" lvl="1" indent="0" algn="l" defTabSz="914400" rtl="0" eaLnBrk="1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en-US" sz="1800" b="0" kern="1200" dirty="0">
                          <a:solidFill>
                            <a:srgbClr val="002060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resizable = True</a:t>
                      </a:r>
                    </a:p>
                    <a:p>
                      <a:pPr marL="457200" lvl="1" indent="0" algn="l" defTabSz="914400" rtl="0" eaLnBrk="1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en-US" sz="1800" b="0" kern="1200" dirty="0" err="1">
                          <a:solidFill>
                            <a:srgbClr val="002060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no_titlebar</a:t>
                      </a:r>
                      <a:r>
                        <a:rPr lang="en-US" sz="1800" b="0" kern="1200" dirty="0">
                          <a:solidFill>
                            <a:srgbClr val="002060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= False </a:t>
                      </a:r>
                    </a:p>
                    <a:p>
                      <a:pPr marL="457200" lvl="1" indent="0" algn="l" defTabSz="914400" rtl="0" eaLnBrk="1" latinLnBrk="0" hangingPunct="1">
                        <a:lnSpc>
                          <a:spcPct val="100000"/>
                        </a:lnSpc>
                        <a:buNone/>
                      </a:pPr>
                      <a:r>
                        <a:rPr lang="en-US" sz="1800" b="0" kern="1200" dirty="0">
                          <a:solidFill>
                            <a:srgbClr val="002060"/>
                          </a:solidFill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maximize = False</a:t>
                      </a:r>
                    </a:p>
                    <a:p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914636"/>
                  </a:ext>
                </a:extLst>
              </a:tr>
            </a:tbl>
          </a:graphicData>
        </a:graphic>
      </p:graphicFrame>
      <p:sp>
        <p:nvSpPr>
          <p:cNvPr id="7" name="Arrow: Down 6">
            <a:extLst>
              <a:ext uri="{FF2B5EF4-FFF2-40B4-BE49-F238E27FC236}">
                <a16:creationId xmlns:a16="http://schemas.microsoft.com/office/drawing/2014/main" id="{CAF8AFBE-AEF9-A8BD-6908-EB46BF24A240}"/>
              </a:ext>
            </a:extLst>
          </p:cNvPr>
          <p:cNvSpPr/>
          <p:nvPr/>
        </p:nvSpPr>
        <p:spPr>
          <a:xfrm>
            <a:off x="6384759" y="4446692"/>
            <a:ext cx="160421" cy="48126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579607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6A6C78C-3CFA-AFD9-890D-B7CF50C20702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dirty="0" err="1"/>
              <a:t>Datenbank</a:t>
            </a:r>
            <a:r>
              <a:rPr lang="en-US" dirty="0"/>
              <a:t> </a:t>
            </a:r>
            <a:r>
              <a:rPr lang="en-US" dirty="0" err="1"/>
              <a:t>characterset</a:t>
            </a:r>
            <a:r>
              <a:rPr lang="en-US" dirty="0"/>
              <a:t>: utf8mb4</a:t>
            </a:r>
          </a:p>
          <a:p>
            <a:pPr lvl="1"/>
            <a:r>
              <a:rPr lang="en-US" dirty="0"/>
              <a:t>UTF-8 </a:t>
            </a:r>
            <a:r>
              <a:rPr lang="en-US" dirty="0" err="1"/>
              <a:t>codiert</a:t>
            </a:r>
            <a:endParaRPr lang="en-US" dirty="0"/>
          </a:p>
          <a:p>
            <a:pPr lvl="1"/>
            <a:r>
              <a:rPr lang="en-US" dirty="0" err="1"/>
              <a:t>mit</a:t>
            </a:r>
            <a:r>
              <a:rPr lang="en-US" dirty="0"/>
              <a:t> 4 Bytes</a:t>
            </a:r>
          </a:p>
          <a:p>
            <a:pPr lvl="1"/>
            <a:endParaRPr lang="en-US" dirty="0"/>
          </a:p>
          <a:p>
            <a:r>
              <a:rPr lang="en-US" dirty="0"/>
              <a:t>Logging</a:t>
            </a:r>
          </a:p>
          <a:p>
            <a:pPr lvl="1"/>
            <a:r>
              <a:rPr lang="en-US" dirty="0"/>
              <a:t>Logging muss </a:t>
            </a:r>
            <a:r>
              <a:rPr lang="en-US" dirty="0" err="1"/>
              <a:t>auch</a:t>
            </a:r>
            <a:r>
              <a:rPr lang="en-US" dirty="0"/>
              <a:t> auf UTF-8 </a:t>
            </a:r>
            <a:r>
              <a:rPr lang="en-US" dirty="0" err="1"/>
              <a:t>konfiguriert</a:t>
            </a:r>
            <a:r>
              <a:rPr lang="en-US" dirty="0"/>
              <a:t> werden</a:t>
            </a:r>
          </a:p>
          <a:p>
            <a:pPr lvl="1"/>
            <a:endParaRPr lang="en-US" dirty="0"/>
          </a:p>
          <a:p>
            <a:r>
              <a:rPr lang="en-US" dirty="0"/>
              <a:t>Wie </a:t>
            </a:r>
            <a:r>
              <a:rPr lang="en-US" dirty="0" err="1"/>
              <a:t>gebe</a:t>
            </a:r>
            <a:r>
              <a:rPr lang="en-US" dirty="0"/>
              <a:t> ich Emojis ins System </a:t>
            </a:r>
            <a:r>
              <a:rPr lang="en-US" dirty="0" err="1"/>
              <a:t>ein</a:t>
            </a:r>
            <a:r>
              <a:rPr lang="en-US" dirty="0"/>
              <a:t>?</a:t>
            </a:r>
          </a:p>
          <a:p>
            <a:pPr marL="800100" lvl="1" indent="-342900">
              <a:buAutoNum type="arabicPeriod"/>
            </a:pPr>
            <a:r>
              <a:rPr lang="en-US" dirty="0" err="1"/>
              <a:t>Whatsapp</a:t>
            </a:r>
            <a:r>
              <a:rPr lang="en-US" dirty="0"/>
              <a:t> web </a:t>
            </a:r>
            <a:r>
              <a:rPr lang="en-US" dirty="0" err="1"/>
              <a:t>öffnen</a:t>
            </a:r>
            <a:endParaRPr lang="en-US" dirty="0"/>
          </a:p>
          <a:p>
            <a:pPr marL="800100" lvl="1" indent="-342900">
              <a:buAutoNum type="arabicPeriod"/>
            </a:pPr>
            <a:r>
              <a:rPr lang="en-US" dirty="0"/>
              <a:t>Emoji </a:t>
            </a:r>
            <a:r>
              <a:rPr lang="en-US" dirty="0" err="1"/>
              <a:t>suchen</a:t>
            </a:r>
            <a:r>
              <a:rPr lang="en-US" dirty="0"/>
              <a:t> und </a:t>
            </a:r>
            <a:r>
              <a:rPr lang="en-US" dirty="0" err="1"/>
              <a:t>kopieren</a:t>
            </a:r>
            <a:endParaRPr lang="en-US" dirty="0"/>
          </a:p>
          <a:p>
            <a:pPr marL="800100" lvl="1" indent="-342900">
              <a:buAutoNum type="arabicPeriod"/>
            </a:pPr>
            <a:r>
              <a:rPr lang="en-US" dirty="0"/>
              <a:t>In MySQL Workbench </a:t>
            </a:r>
            <a:r>
              <a:rPr lang="en-US" dirty="0" err="1"/>
              <a:t>hineinkopieren</a:t>
            </a:r>
            <a:endParaRPr lang="en-US" dirty="0"/>
          </a:p>
          <a:p>
            <a:pPr marL="800100" lvl="1" indent="-342900">
              <a:buAutoNum type="arabicPeriod"/>
            </a:pPr>
            <a:endParaRPr lang="en-US" sz="3200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r>
              <a:rPr lang="en-US" sz="3200" dirty="0">
                <a:solidFill>
                  <a:srgbClr val="FF0000"/>
                </a:solidFill>
              </a:rPr>
              <a:t>UPDATE users SET emoji = '🦔' WHERE (id = 2);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F59D16-BE50-48D9-C654-CF358C21A75B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de-DE" dirty="0"/>
              <a:t>Samuel Brunner | Vertiefung Microcontrollertechnik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228601-DA06-366E-797A-F5626B1696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298502-BA22-4927-B2ED-0A18FFA86FFE}" type="slidenum">
              <a:rPr lang="de-DE" smtClean="0"/>
              <a:pPr/>
              <a:t>8</a:t>
            </a:fld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E65058-213A-D0DB-78DA-CEF2A26D1B1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Emojis?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911389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6E4DFCE0-6000-5662-B5C3-FFBA9C4552A1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dirty="0"/>
              <a:t>Client </a:t>
            </a:r>
            <a:r>
              <a:rPr lang="en-US" dirty="0" err="1"/>
              <a:t>zur</a:t>
            </a:r>
            <a:r>
              <a:rPr lang="en-US" dirty="0"/>
              <a:t> Administration</a:t>
            </a:r>
          </a:p>
          <a:p>
            <a:pPr lvl="1"/>
            <a:r>
              <a:rPr lang="en-US" dirty="0" err="1"/>
              <a:t>Matlab</a:t>
            </a:r>
            <a:endParaRPr lang="en-US" dirty="0"/>
          </a:p>
          <a:p>
            <a:pPr lvl="1"/>
            <a:r>
              <a:rPr lang="en-US" dirty="0"/>
              <a:t>MS Access</a:t>
            </a:r>
          </a:p>
          <a:p>
            <a:pPr lvl="1"/>
            <a:r>
              <a:rPr lang="en-US" dirty="0"/>
              <a:t>Excel VBA</a:t>
            </a:r>
          </a:p>
          <a:p>
            <a:pPr lvl="1"/>
            <a:endParaRPr lang="en-US" dirty="0"/>
          </a:p>
          <a:p>
            <a:r>
              <a:rPr lang="en-US" dirty="0"/>
              <a:t>Dashboard nicht </a:t>
            </a:r>
            <a:r>
              <a:rPr lang="en-US" dirty="0" err="1"/>
              <a:t>geplant</a:t>
            </a:r>
            <a:endParaRPr lang="en-US" dirty="0"/>
          </a:p>
          <a:p>
            <a:pPr lvl="1"/>
            <a:r>
              <a:rPr lang="en-US" dirty="0" err="1"/>
              <a:t>Aufwändig</a:t>
            </a:r>
            <a:r>
              <a:rPr lang="en-US" dirty="0"/>
              <a:t>: Hosting? Updates?</a:t>
            </a:r>
          </a:p>
          <a:p>
            <a:endParaRPr lang="de-DE" dirty="0"/>
          </a:p>
          <a:p>
            <a:endParaRPr lang="de-DE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C7C0081-2B7C-3186-ECD8-51A2DFAC6E7A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de-DE"/>
              <a:t>Samuel Brunner | Vertiefung Microcontrollertechnik 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4411832-0537-DB95-D6A6-BF7C24143E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298502-BA22-4927-B2ED-0A18FFA86FFE}" type="slidenum">
              <a:rPr lang="de-DE" smtClean="0"/>
              <a:pPr/>
              <a:t>9</a:t>
            </a:fld>
            <a:endParaRPr lang="de-DE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7491B8E0-FF5B-2CBE-EF3D-10880258F72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err="1"/>
              <a:t>Ausblick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772220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86444611-0CB7-F8B6-52C3-3F671ED5CDEF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de-DE" b="1" dirty="0"/>
              <a:t>Emulieren eines COM/Seriellen Ports über USB mit dem CDC-Treiber</a:t>
            </a:r>
            <a:endParaRPr lang="de-DE" dirty="0"/>
          </a:p>
          <a:p>
            <a:pPr lvl="1"/>
            <a:r>
              <a:rPr lang="de-DE" dirty="0"/>
              <a:t>https://supportcommunity.zebra.com/s/article/Emulating-a-COM-Serial-Port-Over-USB-using-CDC-driver?language=de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E769478-9D4A-CA1A-F56C-0342D3ED611F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de-DE"/>
              <a:t>Samuel Brunner | Vertiefung Microcontrollertechnik 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077C8BF-020F-50B3-3D54-83EE657BC2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298502-BA22-4927-B2ED-0A18FFA86FFE}" type="slidenum">
              <a:rPr lang="de-DE" smtClean="0"/>
              <a:pPr/>
              <a:t>10</a:t>
            </a:fld>
            <a:endParaRPr lang="de-DE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D516CC4-A031-179C-864A-E5DF863716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err="1"/>
              <a:t>Quellen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853087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TH Regensburg">
      <a:dk1>
        <a:sysClr val="windowText" lastClr="000000"/>
      </a:dk1>
      <a:lt1>
        <a:sysClr val="window" lastClr="FFFFFF"/>
      </a:lt1>
      <a:dk2>
        <a:srgbClr val="9D9D9C"/>
      </a:dk2>
      <a:lt2>
        <a:srgbClr val="F1F5F9"/>
      </a:lt2>
      <a:accent1>
        <a:srgbClr val="000000"/>
      </a:accent1>
      <a:accent2>
        <a:srgbClr val="FFFFFF"/>
      </a:accent2>
      <a:accent3>
        <a:srgbClr val="9D9D9C"/>
      </a:accent3>
      <a:accent4>
        <a:srgbClr val="F1F5F9"/>
      </a:accent4>
      <a:accent5>
        <a:srgbClr val="CBD5E1"/>
      </a:accent5>
      <a:accent6>
        <a:srgbClr val="164194"/>
      </a:accent6>
      <a:hlink>
        <a:srgbClr val="0563C1"/>
      </a:hlink>
      <a:folHlink>
        <a:srgbClr val="954F72"/>
      </a:folHlink>
    </a:clrScheme>
    <a:fontScheme name="OTH Regensburg">
      <a:majorFont>
        <a:latin typeface="Lucida Sans"/>
        <a:ea typeface=""/>
        <a:cs typeface=""/>
      </a:majorFont>
      <a:minorFont>
        <a:latin typeface="Lucid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Gruppe_x0020_Studierende xmlns="60ae07f9-c710-4147-a4bb-ffce3af5c857">Ja</Gruppe_x0020_Studierende>
    <D_x002d_Nr xmlns="60ae07f9-c710-4147-a4bb-ffce3af5c857">877</D_x002d_Nr>
    <Pr_x00fc_fer xmlns="60ae07f9-c710-4147-a4bb-ffce3af5c857">
      <UserInfo>
        <DisplayName>Alisa Weinhold</DisplayName>
        <AccountId>2567</AccountId>
        <AccountType/>
      </UserInfo>
    </Pr_x00fc_fer>
    <Freigeber xmlns="60ae07f9-c710-4147-a4bb-ffce3af5c857">
      <UserInfo>
        <DisplayName>Alisa Weinhold</DisplayName>
        <AccountId>2567</AccountId>
        <AccountType/>
      </UserInfo>
    </Freigeber>
    <Automatische_x002d_DNR_x002d_Vergabe xmlns="60ae07f9-c710-4147-a4bb-ffce3af5c857">
      <Url>https://sp.hs-regensburg.de/QuO/QuD-Portal/_layouts/15/wrkstat.aspx?List=60ae07f9-c710-4147-a4bb-ffce3af5c857&amp;WorkflowInstanceName=7fa47e2f-ff6c-486f-ae26-8019bf8eda4c</Url>
      <Description>Stufe 1</Description>
    </Automatische_x002d_DNR_x002d_Vergabe>
    <IconOverlay xmlns="http://schemas.microsoft.com/sharepoint/v4" xsi:nil="true"/>
    <Bezeichnung xmlns="60ae07f9-c710-4147-a4bb-ffce3af5c857">Hochschulpräsentation OTH Regensburg</Bezeichnung>
    <Dokumentenart0 xmlns="60ae07f9-c710-4147-a4bb-ffce3af5c857">Allgemeine Information</Dokumentenart0>
    <Ersteller xmlns="60ae07f9-c710-4147-a4bb-ffce3af5c857">
      <UserInfo>
        <DisplayName>Guelay Sahil</DisplayName>
        <AccountId>240</AccountId>
        <AccountType/>
      </UserInfo>
    </Ersteller>
    <Ausgabedatum xmlns="60ae07f9-c710-4147-a4bb-ffce3af5c857">2024-06-11T22:00:00+00:00</Ausgabedatum>
    <G_x00fc_ltig_x0020_bis xmlns="60ae07f9-c710-4147-a4bb-ffce3af5c857">2026-06-11T22:00:00+00:00</G_x00fc_ltig_x0020_bis>
    <Verantwortlich xmlns="60ae07f9-c710-4147-a4bb-ffce3af5c857">Kom</Verantwortlich>
    <Dokumentenart xmlns="60ae07f9-c710-4147-a4bb-ffce3af5c857">Kommunikation</Dokumentenart>
    <_dlc_DocId xmlns="44449387-be1d-4a23-a037-6363c2cb9483">MJAR55X3VR3P-1995469596-877</_dlc_DocId>
    <_dlc_DocIdUrl xmlns="44449387-be1d-4a23-a037-6363c2cb9483">
      <Url>https://sp.hs-regensburg.de/QuO/QuD-Portal/_layouts/15/DocIdRedir.aspx?ID=MJAR55X3VR3P-1995469596-877</Url>
      <Description>MJAR55X3VR3P-1995469596-877</Description>
    </_dlc_DocIdUrl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C57B14DE6374884BB9584889D35A57C4" ma:contentTypeVersion="17" ma:contentTypeDescription="Ein neues Dokument erstellen." ma:contentTypeScope="" ma:versionID="800ed669ab68f0f1d52426f530ff68a6">
  <xsd:schema xmlns:xsd="http://www.w3.org/2001/XMLSchema" xmlns:xs="http://www.w3.org/2001/XMLSchema" xmlns:p="http://schemas.microsoft.com/office/2006/metadata/properties" xmlns:ns1="60ae07f9-c710-4147-a4bb-ffce3af5c857" xmlns:ns3="44449387-be1d-4a23-a037-6363c2cb9483" xmlns:ns4="http://schemas.microsoft.com/sharepoint/v4" xmlns:ns5="b4925834-f9db-4428-ab6a-226ee0e4aea1" targetNamespace="http://schemas.microsoft.com/office/2006/metadata/properties" ma:root="true" ma:fieldsID="7bb25a981d2e48f5234b38d00e199000" ns1:_="" ns3:_="" ns4:_="" ns5:_="">
    <xsd:import namespace="60ae07f9-c710-4147-a4bb-ffce3af5c857"/>
    <xsd:import namespace="44449387-be1d-4a23-a037-6363c2cb9483"/>
    <xsd:import namespace="http://schemas.microsoft.com/sharepoint/v4"/>
    <xsd:import namespace="b4925834-f9db-4428-ab6a-226ee0e4aea1"/>
    <xsd:element name="properties">
      <xsd:complexType>
        <xsd:sequence>
          <xsd:element name="documentManagement">
            <xsd:complexType>
              <xsd:all>
                <xsd:element ref="ns1:Dokumentenart0" minOccurs="0"/>
                <xsd:element ref="ns1:Verantwortlich" minOccurs="0"/>
                <xsd:element ref="ns1:Dokumentenart" minOccurs="0"/>
                <xsd:element ref="ns1:Bezeichnung" minOccurs="0"/>
                <xsd:element ref="ns1:Ausgabedatum" minOccurs="0"/>
                <xsd:element ref="ns1:G_x00fc_ltig_x0020_bis" minOccurs="0"/>
                <xsd:element ref="ns1:Ersteller" minOccurs="0"/>
                <xsd:element ref="ns1:Pr_x00fc_fer" minOccurs="0"/>
                <xsd:element ref="ns1:Freigeber" minOccurs="0"/>
                <xsd:element ref="ns3:_dlc_DocId" minOccurs="0"/>
                <xsd:element ref="ns3:_dlc_DocIdUrl" minOccurs="0"/>
                <xsd:element ref="ns3:_dlc_DocIdPersistId" minOccurs="0"/>
                <xsd:element ref="ns4:IconOverlay" minOccurs="0"/>
                <xsd:element ref="ns1:D_x002d_Nr" minOccurs="0"/>
                <xsd:element ref="ns1:Automatische_x002d_DNR_x002d_Vergabe" minOccurs="0"/>
                <xsd:element ref="ns1:Gruppe_x0020_Studierende" minOccurs="0"/>
                <xsd:element ref="ns5:SharedWithUsers" minOccurs="0"/>
                <xsd:element ref="ns5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ae07f9-c710-4147-a4bb-ffce3af5c857" elementFormDefault="qualified">
    <xsd:import namespace="http://schemas.microsoft.com/office/2006/documentManagement/types"/>
    <xsd:import namespace="http://schemas.microsoft.com/office/infopath/2007/PartnerControls"/>
    <xsd:element name="Dokumentenart0" ma:index="0" nillable="true" ma:displayName="Dokumentenart" ma:format="Dropdown" ma:internalName="Dokumentenart0">
      <xsd:simpleType>
        <xsd:restriction base="dms:Choice">
          <xsd:enumeration value="Allgemeine Information"/>
          <xsd:enumeration value="Dienstvereinbarungen"/>
          <xsd:enumeration value="Externe Vorgaben"/>
          <xsd:enumeration value="Externer Links"/>
          <xsd:enumeration value="Formulare"/>
          <xsd:enumeration value="Richtlinien"/>
          <xsd:enumeration value="Satzungen"/>
        </xsd:restriction>
      </xsd:simpleType>
    </xsd:element>
    <xsd:element name="Verantwortlich" ma:index="1" nillable="true" ma:displayName="Verantwortlich" ma:format="Dropdown" ma:internalName="Verantwortlich">
      <xsd:simpleType>
        <xsd:restriction base="dms:Choice">
          <xsd:enumeration value="Abt. I"/>
          <xsd:enumeration value="Abt. II"/>
          <xsd:enumeration value="Abt. III"/>
          <xsd:enumeration value="Abt. IV"/>
          <xsd:enumeration value="ASC"/>
          <xsd:enumeration value="Bib"/>
          <xsd:enumeration value="Fam"/>
          <xsd:enumeration value="FM"/>
          <xsd:enumeration value="GuV"/>
          <xsd:enumeration value="GZ"/>
          <xsd:enumeration value="HL"/>
          <xsd:enumeration value="IO"/>
          <xsd:enumeration value="ITZ"/>
          <xsd:enumeration value="Kom"/>
          <xsd:enumeration value="LuD"/>
          <xsd:enumeration value="NH"/>
          <xsd:enumeration value="PA"/>
          <xsd:enumeration value="QuO"/>
          <xsd:enumeration value="Recht"/>
          <xsd:enumeration value="SE"/>
          <xsd:enumeration value="SenV"/>
          <xsd:enumeration value="SLC"/>
          <xsd:enumeration value="WFKM"/>
          <xsd:enumeration value="ZFT"/>
          <xsd:enumeration value="ZWW"/>
        </xsd:restriction>
      </xsd:simpleType>
    </xsd:element>
    <xsd:element name="Dokumentenart" ma:index="2" nillable="true" ma:displayName="Ordnerzuordnung" ma:format="Dropdown" ma:internalName="Dokumentenart">
      <xsd:simpleType>
        <xsd:restriction base="dms:Choice">
          <xsd:enumeration value="Hochschulsteuerung"/>
          <xsd:enumeration value="Profil und Kennzahlen"/>
          <xsd:enumeration value="Gremien und Beauftragte"/>
          <xsd:enumeration value="Qualitätsmanagement"/>
          <xsd:enumeration value="Studium und Lehre"/>
          <xsd:enumeration value="Forschung"/>
          <xsd:enumeration value="Internationales Bedienstete"/>
          <xsd:enumeration value="Personal"/>
          <xsd:enumeration value="Finanzen"/>
          <xsd:enumeration value="Technischer Betrieb"/>
          <xsd:enumeration value="Kommunikation"/>
          <xsd:enumeration value="Bibliothek"/>
          <xsd:enumeration value="Sicherheit"/>
          <xsd:enumeration value="Datenschutz und Informationssicherheit"/>
          <xsd:enumeration value="Korruptionsvorsorge"/>
          <xsd:enumeration value="Innenrevision"/>
          <xsd:enumeration value="Rechenzentrum"/>
        </xsd:restriction>
      </xsd:simpleType>
    </xsd:element>
    <xsd:element name="Bezeichnung" ma:index="4" nillable="true" ma:displayName="Bezeichnung" ma:internalName="Bezeichnung">
      <xsd:simpleType>
        <xsd:restriction base="dms:Text">
          <xsd:maxLength value="255"/>
        </xsd:restriction>
      </xsd:simpleType>
    </xsd:element>
    <xsd:element name="Ausgabedatum" ma:index="6" nillable="true" ma:displayName="Ausgabedatum" ma:format="DateOnly" ma:internalName="Ausgabedatum">
      <xsd:simpleType>
        <xsd:restriction base="dms:DateTime"/>
      </xsd:simpleType>
    </xsd:element>
    <xsd:element name="G_x00fc_ltig_x0020_bis" ma:index="7" nillable="true" ma:displayName="Gültig bis" ma:format="DateOnly" ma:internalName="G_x00fc_ltig_x0020_bis">
      <xsd:simpleType>
        <xsd:restriction base="dms:DateTime"/>
      </xsd:simpleType>
    </xsd:element>
    <xsd:element name="Ersteller" ma:index="8" nillable="true" ma:displayName="Erstellung" ma:list="UserInfo" ma:SharePointGroup="0" ma:internalName="Ersteller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Pr_x00fc_fer" ma:index="9" nillable="true" ma:displayName="Prüfung" ma:list="UserInfo" ma:SharePointGroup="0" ma:internalName="Pr_x00fc_fer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Freigeber" ma:index="10" nillable="true" ma:displayName="Freigabe" ma:list="UserInfo" ma:SharePointGroup="0" ma:internalName="Freigeber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_x002d_Nr" ma:index="21" nillable="true" ma:displayName="D-Nr" ma:indexed="true" ma:internalName="D_x002d_Nr">
      <xsd:simpleType>
        <xsd:restriction base="dms:Text">
          <xsd:maxLength value="255"/>
        </xsd:restriction>
      </xsd:simpleType>
    </xsd:element>
    <xsd:element name="Automatische_x002d_DNR_x002d_Vergabe" ma:index="22" nillable="true" ma:displayName="Automatische-DNR-Vergabe" ma:format="Hyperlink" ma:internalName="Automatische_x002d_DNR_x002d_Vergab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Gruppe_x0020_Studierende" ma:index="23" nillable="true" ma:displayName="Gruppe Studierende" ma:format="RadioButtons" ma:internalName="Gruppe_x0020_Studierende">
      <xsd:simpleType>
        <xsd:restriction base="dms:Choice">
          <xsd:enumeration value="Ja"/>
          <xsd:enumeration value="Nein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449387-be1d-4a23-a037-6363c2cb9483" elementFormDefault="qualified">
    <xsd:import namespace="http://schemas.microsoft.com/office/2006/documentManagement/types"/>
    <xsd:import namespace="http://schemas.microsoft.com/office/infopath/2007/PartnerControls"/>
    <xsd:element name="_dlc_DocId" ma:index="13" nillable="true" ma:displayName="Wert der Dokument-ID" ma:description="Der Wert der diesem Element zugewiesenen Dokument-ID." ma:internalName="_dlc_DocId" ma:readOnly="true">
      <xsd:simpleType>
        <xsd:restriction base="dms:Text"/>
      </xsd:simpleType>
    </xsd:element>
    <xsd:element name="_dlc_DocIdUrl" ma:index="14" nillable="true" ma:displayName="Dokument-ID" ma:description="Permanenter Hyperlink zu diesem Dok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5" nillable="true" ma:displayName="Beständige ID" ma:description="ID beim Hinzufügen beibehalten." ma:hidden="true" ma:internalName="_dlc_DocIdPersistId" ma:readOnly="true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20" nillable="true" ma:displayName="IconOverlay" ma:hidden="true" ma:internalName="IconOverlay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925834-f9db-4428-ab6a-226ee0e4aea1" elementFormDefault="qualified">
    <xsd:import namespace="http://schemas.microsoft.com/office/2006/documentManagement/types"/>
    <xsd:import namespace="http://schemas.microsoft.com/office/infopath/2007/PartnerControls"/>
    <xsd:element name="SharedWithUsers" ma:index="24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5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12" ma:displayName="Inhaltstyp"/>
        <xsd:element ref="dc:title" minOccurs="0" maxOccurs="1" ma:index="3" ma:displayName="Thema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Version=15.0.0.0,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02356504-F539-424F-9E83-9400624CC88E}">
  <ds:schemaRefs>
    <ds:schemaRef ds:uri="http://purl.org/dc/elements/1.1/"/>
    <ds:schemaRef ds:uri="60ae07f9-c710-4147-a4bb-ffce3af5c857"/>
    <ds:schemaRef ds:uri="http://schemas.microsoft.com/sharepoint/v4"/>
    <ds:schemaRef ds:uri="http://schemas.openxmlformats.org/package/2006/metadata/core-properties"/>
    <ds:schemaRef ds:uri="http://purl.org/dc/terms/"/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http://schemas.microsoft.com/office/2006/metadata/properties"/>
    <ds:schemaRef ds:uri="b4925834-f9db-4428-ab6a-226ee0e4aea1"/>
    <ds:schemaRef ds:uri="44449387-be1d-4a23-a037-6363c2cb9483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51E7C518-575A-438D-88F2-9F0F37EA197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0ae07f9-c710-4147-a4bb-ffce3af5c857"/>
    <ds:schemaRef ds:uri="44449387-be1d-4a23-a037-6363c2cb9483"/>
    <ds:schemaRef ds:uri="http://schemas.microsoft.com/sharepoint/v4"/>
    <ds:schemaRef ds:uri="b4925834-f9db-4428-ab6a-226ee0e4aea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EDF356B-A5CD-4962-9955-AA824DF37FCA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0DEF2600-C0D0-4D9D-9699-9EA42F4EBD02}">
  <ds:schemaRefs>
    <ds:schemaRef ds:uri="http://schemas.microsoft.com/sharepoint/event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521</Words>
  <Application>Microsoft Office PowerPoint</Application>
  <PresentationFormat>Widescreen</PresentationFormat>
  <Paragraphs>143</Paragraphs>
  <Slides>10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Consolas</vt:lpstr>
      <vt:lpstr>Lucida Sans</vt:lpstr>
      <vt:lpstr>Wingdings</vt:lpstr>
      <vt:lpstr>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Vorlage</dc:title>
  <dc:creator>Julia Pusch</dc:creator>
  <cp:lastModifiedBy>Samuel Brunner</cp:lastModifiedBy>
  <cp:revision>65</cp:revision>
  <dcterms:created xsi:type="dcterms:W3CDTF">2023-07-23T18:15:39Z</dcterms:created>
  <dcterms:modified xsi:type="dcterms:W3CDTF">2025-01-15T16:38:03Z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0x010100C57B14DE6374884BB9584889D35A57C4</vt:lpwstr>
  </property>
  <property fmtid="{D5CDD505-2E9C-101B-9397-08002B2CF9AE}" pid="3" name="MediaServiceImageTags">
    <vt:lpwstr/>
  </property>
  <property fmtid="{D5CDD505-2E9C-101B-9397-08002B2CF9AE}" pid="4" name="_dlc_DocIdItemGuid">
    <vt:lpwstr>9b3a7489-8eca-4384-a840-131c6d7afcf1</vt:lpwstr>
  </property>
</Properties>
</file>