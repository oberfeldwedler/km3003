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56" r:id="rId6"/>
    <p:sldId id="263" r:id="rId7"/>
    <p:sldId id="262" r:id="rId8"/>
    <p:sldId id="261" r:id="rId9"/>
    <p:sldId id="265" r:id="rId10"/>
    <p:sldId id="26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C22E0C"/>
    <a:srgbClr val="FFED00"/>
    <a:srgbClr val="D5D2C2"/>
    <a:srgbClr val="831F82"/>
    <a:srgbClr val="DEDC00"/>
    <a:srgbClr val="00964F"/>
    <a:srgbClr val="009BAC"/>
    <a:srgbClr val="164194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6676AAA-534B-B642-2E1E-FF85B56D37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A1D632-4557-B3AA-C3AF-ABDD1BBCAB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5831D-EBBE-4A11-986B-21DDE9EDFC1C}" type="datetimeFigureOut">
              <a:rPr lang="de-DE" smtClean="0"/>
              <a:t>12.06.2024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F94B67-B0E4-F7E1-D5F5-56ED7E9440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6FDEB3-8CBC-2BB9-1FB0-95FA4203FE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4F567-7DC8-4860-8446-35C67BE63CB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492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12.06.2024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0558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570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3454" userDrawn="1">
          <p15:clr>
            <a:srgbClr val="FBAE40"/>
          </p15:clr>
        </p15:guide>
        <p15:guide id="5" orient="horz" pos="35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02974" y="162330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x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C6374083-B2E9-B087-2EED-F6D41BF392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20C03A8-9640-242F-3870-35CD692D727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CA1C370-E7CD-F20A-DC3C-2D55CD7BD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3065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47A633AF-F00B-17F8-13B3-B5D8B4A2866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3065" y="231237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0318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8" r="41230" b="1"/>
          <a:stretch/>
        </p:blipFill>
        <p:spPr>
          <a:xfrm>
            <a:off x="-13097" y="0"/>
            <a:ext cx="6092550" cy="68580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B417B443-C717-DE1C-51E2-A1F371EABC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C8D99DD4-0436-4FC8-D0D6-28DE77060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8D89E6E-70A8-BF37-78E9-392BAE1FB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9">
            <a:extLst>
              <a:ext uri="{FF2B5EF4-FFF2-40B4-BE49-F238E27FC236}">
                <a16:creationId xmlns:a16="http://schemas.microsoft.com/office/drawing/2014/main" id="{301C6C7C-F030-D039-FD42-EF0710638F7B}"/>
              </a:ext>
            </a:extLst>
          </p:cNvPr>
          <p:cNvSpPr txBox="1">
            <a:spLocks/>
          </p:cNvSpPr>
          <p:nvPr userDrawn="1"/>
        </p:nvSpPr>
        <p:spPr>
          <a:xfrm>
            <a:off x="710624" y="208468"/>
            <a:ext cx="11035427" cy="392688"/>
          </a:xfrm>
          <a:prstGeom prst="rect">
            <a:avLst/>
          </a:prstGeom>
        </p:spPr>
        <p:txBody>
          <a:bodyPr t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3000" b="1" cap="none" dirty="0"/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6B9A0A94-AF94-A5AE-857C-AE146B3ACA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1EEDE55-E62D-236E-DA43-58A44B0F2C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DC7ED218-D524-00D6-4D50-A5AC12247E6B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058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F2E1F1-0D02-4959-AEA1-9B7C21B10922}"/>
              </a:ext>
            </a:extLst>
          </p:cNvPr>
          <p:cNvSpPr>
            <a:spLocks noGrp="1" noChangeAspect="1"/>
          </p:cNvSpPr>
          <p:nvPr>
            <p:ph sz="quarter" idx="14"/>
          </p:nvPr>
        </p:nvSpPr>
        <p:spPr>
          <a:xfrm>
            <a:off x="695325" y="1628775"/>
            <a:ext cx="10801350" cy="47879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 sz="1800"/>
              <a:t>Aufzählung</a:t>
            </a:r>
          </a:p>
          <a:p>
            <a:pPr lvl="2"/>
            <a:r>
              <a:rPr lang="de-DE" sz="1600"/>
              <a:t>Aufzählung</a:t>
            </a:r>
            <a:endParaRPr lang="de-DE" sz="1800"/>
          </a:p>
          <a:p>
            <a:pPr lvl="2"/>
            <a:endParaRPr lang="de-DE" sz="1800"/>
          </a:p>
          <a:p>
            <a:pPr lvl="1"/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808313F5-BC07-8F6B-D6BE-2AF768C10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3BEBF174-4D7E-A5C7-2833-845F10D84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AC8E13F-C99D-B80E-D1EB-3976E4190929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032E68A-A5F8-4F95-BE23-6A1FEBF5EA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1" t="17394" r="25497"/>
          <a:stretch/>
        </p:blipFill>
        <p:spPr>
          <a:xfrm>
            <a:off x="6843427" y="1955342"/>
            <a:ext cx="4653248" cy="417050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Aufzählung</a:t>
            </a:r>
          </a:p>
          <a:p>
            <a:pPr lvl="2"/>
            <a:r>
              <a:rPr lang="de-DE"/>
              <a:t>Aufzählung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8FA2E1A3-695C-C7B5-78F0-40A987ED6E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1E394535-7D62-0C15-1253-335587D3DE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F9C1EEA-148F-E0E5-538D-F0AA56AB923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57A037FA-4745-4823-8F05-D6905FB92A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7233717" y="1905001"/>
            <a:ext cx="4255077" cy="3865328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Aufzählung</a:t>
            </a:r>
          </a:p>
          <a:p>
            <a:pPr lvl="2"/>
            <a:r>
              <a:rPr lang="de-DE"/>
              <a:t>Aufzählung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9C952C0F-BD5E-AA40-3294-1F84585615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C982E1D8-C57F-C526-C24A-E35704619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CCB9892-3932-F916-3B4C-1D9CC045D25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C498BF1-9730-48F9-B608-033160885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7245137" y="1905001"/>
            <a:ext cx="4255077" cy="386532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7A037FA-4745-4823-8F05-D6905FB92A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996527" y="1905001"/>
            <a:ext cx="4255077" cy="3865328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53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37375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53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6936734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3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737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8D57A5E-1C9B-8EB5-68B4-AE98F59397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38CF3F62-9E31-C8F7-49DB-9095373E6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9DC535-3E75-83E4-44D8-CAA39E6C1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89D09D48-0BAE-AAC9-EB0F-2D662F899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D3E1870-0E92-0896-9AD3-8B1690CDF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A1D4DE7-4566-3924-561A-F8226287C1C6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86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1831" y="1980196"/>
            <a:ext cx="10801350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E8B946F8-1388-812E-0B7B-19198ACE13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71232BDC-9AF5-DABA-5306-061112D101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0FE13156-DA66-E95B-BF89-F13B0F1BC1D2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44620" b="1081"/>
          <a:stretch/>
        </p:blipFill>
        <p:spPr>
          <a:xfrm>
            <a:off x="1121831" y="1980196"/>
            <a:ext cx="5963988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4"/>
            <a:ext cx="5963988" cy="44729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FF83034-A795-A8BE-9894-7798CD3417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D4B6500C-A010-E993-C4F9-A952EC9FC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246F10E-6F0A-E85F-BD0F-9AD8AD6728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E0FDA4DB-DF14-43C4-7BBA-F01F414B5D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04180CBA-44A1-EA52-C04C-05C92DFB1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8D4F563-9CCD-BDBA-1D5C-7AB85AA70BEA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908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26160" b="1081"/>
          <a:stretch/>
        </p:blipFill>
        <p:spPr>
          <a:xfrm>
            <a:off x="1121830" y="1980196"/>
            <a:ext cx="7951985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4"/>
            <a:ext cx="7951986" cy="44729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4048D4D-9C0E-9226-BA9E-0957ADE7414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7" name="Foliennummernplatzhalter 4">
            <a:extLst>
              <a:ext uri="{FF2B5EF4-FFF2-40B4-BE49-F238E27FC236}">
                <a16:creationId xmlns:a16="http://schemas.microsoft.com/office/drawing/2014/main" id="{C83DE724-5DD9-0F65-765B-F8FA22843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9E51179-4A24-BAAA-2EEA-5CB74BF3BC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DFAFAADD-A73B-F1C6-C29B-FBFD45E856F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AF000F1-BA57-FAC5-BACE-5334972A07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6C4ACED-FAC5-2906-CA1D-49F02A5304E6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49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16:9 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26160" b="1081"/>
          <a:stretch/>
        </p:blipFill>
        <p:spPr>
          <a:xfrm>
            <a:off x="2102861" y="1895775"/>
            <a:ext cx="8118100" cy="456643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692230" y="1628773"/>
            <a:ext cx="8118101" cy="44820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FFA4077F-B2ED-566C-0334-5FE8C23B9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4DE5FA16-EF79-FF18-4E44-A605182A2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BCA3027-83F2-88BC-6921-F0ACA60458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5B809F78-2764-C9EE-14CE-4F87CCA899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C3EF42A-9648-EF5E-86E4-63F537292A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71CF173C-F24D-9782-C6ED-750B5CEA80B3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861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52D97168-E314-4A5F-2C23-50473C6FC9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A84831E6-0F33-E144-CEB1-031ED162D0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B320B70-D457-59BF-DB2A-8D351F89ED4D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29">
            <a:extLst>
              <a:ext uri="{FF2B5EF4-FFF2-40B4-BE49-F238E27FC236}">
                <a16:creationId xmlns:a16="http://schemas.microsoft.com/office/drawing/2014/main" id="{76F38AF0-5706-4D55-A175-C98717F06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1056308" y="1917355"/>
            <a:ext cx="3147393" cy="3852974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A2F3BFD3-8D4D-4B8A-BC55-82786DC0AB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8383098" y="1917355"/>
            <a:ext cx="3147393" cy="3852974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75CEEA8-A3A1-41F8-AFE4-1796A77FFC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4706881" y="1917355"/>
            <a:ext cx="3147393" cy="3852974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3792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363150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030549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73BDC7A5-5417-A455-A850-23564B1A39C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DDB4465-56A2-F81C-E2DA-4F08215E3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B0E78E-0A1D-0AD7-7052-7A54FB61AB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3661C4F5-D792-E4CA-23EC-8B29432037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F0D6241B-048B-CF9A-342D-5C557A619C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57D597C-2976-76BE-EC33-198219AA6E0F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641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EA07E467-F7B8-43C9-96FC-EFCC9C55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018633" y="1876370"/>
            <a:ext cx="4983492" cy="2064953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E861926D-4695-40F6-BB3B-C98F7FB87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018633" y="4387853"/>
            <a:ext cx="4983492" cy="2064953"/>
          </a:xfrm>
          <a:prstGeom prst="rect">
            <a:avLst/>
          </a:prstGeom>
        </p:spPr>
      </p:pic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75A97BE2-1FA3-4F0C-8D12-E3DCDE880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6514454" y="1871290"/>
            <a:ext cx="4983492" cy="2064953"/>
          </a:xfrm>
          <a:prstGeom prst="rect">
            <a:avLst/>
          </a:prstGeom>
        </p:spPr>
      </p:pic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6FA330D5-6EA4-4EFF-94A3-FAFBD731C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6514454" y="4382773"/>
            <a:ext cx="4983492" cy="2064953"/>
          </a:xfrm>
          <a:prstGeom prst="rect">
            <a:avLst/>
          </a:prstGeom>
        </p:spPr>
      </p:pic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06C58D4D-7572-BEBA-F663-02F2B2970F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22A39840-7040-DC4B-30F6-C62C9FEFB2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19B1568-19C3-4382-1E34-C3244D52D9B0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5998EFEE-AC7F-D6D1-D0ED-611795B181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B29113F-4A8A-3F06-128C-21B98F6BB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A757C539-AC87-6399-6308-A2564758FBDA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D10E824B-3528-F8CC-5FFB-3A87CC1F18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F09B648-8F2D-2F25-0CE6-B1E6F0FEFF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9B0EDDE-FC60-71DF-4610-6C7E8498E601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0055FB3E-B9EE-AFAE-56E5-3A5A149A9F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149AB47-3747-A518-C42F-23736D74A9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B89AEDB-6DCD-6854-D177-3ED3594C994F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EA50777E-7E83-EB6D-861F-8E414E22DF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10941B-76D4-F332-6505-DAF896DFB1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9FF193B-BB66-E51F-A9F5-C2D4424C7474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1987507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134D9865-83DE-46A7-374E-7C9375E6D49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A8262C2D-74B5-A454-40EA-E391A6D45C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59D7578-FE4C-24B5-4CA4-08C2FBEE69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277" y="2777515"/>
            <a:ext cx="3566190" cy="4308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Telefonnummer einfügen</a:t>
            </a:r>
            <a:br>
              <a:rPr lang="de-DE" dirty="0"/>
            </a:br>
            <a:endParaRPr lang="de-DE" dirty="0"/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EF202E39-1D1A-B325-18A1-66B79F3EFC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99022" y="4565975"/>
            <a:ext cx="3566190" cy="85545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br>
              <a:rPr lang="de-DE" dirty="0"/>
            </a:br>
            <a:endParaRPr lang="de-DE" dirty="0"/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4C5A3DA5-58C7-C8EA-4E3B-B8DC601969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9022" y="3507636"/>
            <a:ext cx="3566190" cy="9192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</a:p>
          <a:p>
            <a:pPr lvl="0"/>
            <a:br>
              <a:rPr lang="de-DE" dirty="0"/>
            </a:br>
            <a:endParaRPr lang="de-DE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31D1246-F8AC-9C03-53FD-CED76677607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Organisationseinheit | 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9" r:id="rId3"/>
    <p:sldLayoutId id="2147483660" r:id="rId4"/>
    <p:sldLayoutId id="2147483663" r:id="rId5"/>
    <p:sldLayoutId id="2147483676" r:id="rId6"/>
    <p:sldLayoutId id="2147483675" r:id="rId7"/>
    <p:sldLayoutId id="2147483673" r:id="rId8"/>
    <p:sldLayoutId id="2147483671" r:id="rId9"/>
    <p:sldLayoutId id="2147483678" r:id="rId10"/>
    <p:sldLayoutId id="2147483704" r:id="rId11"/>
    <p:sldLayoutId id="2147483679" r:id="rId12"/>
    <p:sldLayoutId id="2147483705" r:id="rId13"/>
    <p:sldLayoutId id="2147483680" r:id="rId14"/>
    <p:sldLayoutId id="2147483683" r:id="rId15"/>
    <p:sldLayoutId id="2147483706" r:id="rId16"/>
    <p:sldLayoutId id="2147483707" r:id="rId17"/>
    <p:sldLayoutId id="2147483708" r:id="rId18"/>
    <p:sldLayoutId id="2147483662" r:id="rId19"/>
    <p:sldLayoutId id="2147483665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kommunikation@oth-regensburg.de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fs.hs-regensburg.de/Storage/Fb/fh/Oeffentlichkeitsarbeit/PR%20Fotos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0AD557D-0DB7-6AFC-EEF9-08E04F9257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/>
              <a:t>Hinweise zur Nutzung der Vorlagen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EFF2B8-7555-B5E1-3D6E-EB0D0D52C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DA5A2-B2BF-473D-A67B-E1B62D4B72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6D1AC3-E7EE-D587-2EC9-2F207B49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pic>
        <p:nvPicPr>
          <p:cNvPr id="9" name="Bildplatzhalter 8" descr="Ein Bild, das Wolke, draußen, Gras, Himmel enthält.&#10;&#10;Automatisch generierte Beschreibung">
            <a:extLst>
              <a:ext uri="{FF2B5EF4-FFF2-40B4-BE49-F238E27FC236}">
                <a16:creationId xmlns:a16="http://schemas.microsoft.com/office/drawing/2014/main" id="{77DCF7FA-EA09-EDFC-A3BE-4F49B86ED425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2" b="882"/>
          <a:stretch/>
        </p:blipFill>
        <p:spPr/>
      </p:pic>
    </p:spTree>
    <p:extLst>
      <p:ext uri="{BB962C8B-B14F-4D97-AF65-F5344CB8AC3E}">
        <p14:creationId xmlns:p14="http://schemas.microsoft.com/office/powerpoint/2010/main" val="51833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32A65A-4E21-F503-06E4-63EF8CCB0F7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Bitte löschen Sie die Folien 1-5 aus Ihrer Präsentation. Diese Folien dienen nur für allgemeine Hinweise zur Nutzung der Vorlagen.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Bitte wenden Sie sich bei Fragen oder Anmerkungen an </a:t>
            </a:r>
            <a:r>
              <a:rPr lang="de-DE" dirty="0">
                <a:hlinkClick r:id="rId2"/>
              </a:rPr>
              <a:t>kommunikation@oth-regensburg.de</a:t>
            </a:r>
            <a:r>
              <a:rPr lang="de-DE" dirty="0"/>
              <a:t> </a:t>
            </a:r>
          </a:p>
          <a:p>
            <a:pPr lvl="1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21E22C-0E81-D577-CF34-46BA65FD01A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71A90-6A77-30C8-1F42-D2481625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B0697484-1EF4-7203-02DB-DE0489B41B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Allgemeine Hinweise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531B00FF-6F58-3DA5-F1BE-ACC2BD12AE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Hinweise zur Nutzung der Vorlagen</a:t>
            </a:r>
          </a:p>
        </p:txBody>
      </p:sp>
    </p:spTree>
    <p:extLst>
      <p:ext uri="{BB962C8B-B14F-4D97-AF65-F5344CB8AC3E}">
        <p14:creationId xmlns:p14="http://schemas.microsoft.com/office/powerpoint/2010/main" val="65358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A8EC17-35AE-F2E0-AAC0-453D14496FB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dirty="0"/>
              <a:t>Bitte klicken Sie im </a:t>
            </a:r>
            <a:r>
              <a:rPr lang="de-DE" dirty="0" err="1"/>
              <a:t>Menüband</a:t>
            </a:r>
            <a:r>
              <a:rPr lang="de-DE" dirty="0"/>
              <a:t> unter „Start“ auf „Neue Folie“ </a:t>
            </a:r>
            <a:r>
              <a:rPr lang="de-DE" dirty="0">
                <a:cs typeface="Calibri" panose="020F0502020204030204" pitchFamily="34" charset="0"/>
              </a:rPr>
              <a:t>→</a:t>
            </a:r>
          </a:p>
          <a:p>
            <a:r>
              <a:rPr lang="de-DE" dirty="0">
                <a:cs typeface="Calibri" panose="020F0502020204030204" pitchFamily="34" charset="0"/>
              </a:rPr>
              <a:t>Dort finden Sie alle möglichen Designs für Ihre Präsentation:</a:t>
            </a: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de-DE" dirty="0">
              <a:cs typeface="Calibri" panose="020F0502020204030204" pitchFamily="34" charset="0"/>
            </a:endParaRPr>
          </a:p>
          <a:p>
            <a:r>
              <a:rPr lang="de-DE" u="sng" dirty="0"/>
              <a:t>Hinweise: </a:t>
            </a:r>
            <a:r>
              <a:rPr lang="de-DE" u="sng" dirty="0">
                <a:cs typeface="Calibri" panose="020F0502020204030204" pitchFamily="34" charset="0"/>
              </a:rPr>
              <a:t>Nutzen Sie nicht die Funktion des Einfügens über Masterfolien und ä</a:t>
            </a:r>
            <a:r>
              <a:rPr lang="de-DE" u="sng" dirty="0"/>
              <a:t>ndern Sie die Masterfolien nicht ab! Eigene Designs sind nicht zulässig.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D49278-4E70-8B5E-39A6-3515E16D6C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243612-5CAF-2DD5-ED97-775136D0F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6A75003-6D60-1254-1D55-687A69E59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0" y="1375431"/>
            <a:ext cx="457200" cy="771525"/>
          </a:xfrm>
          <a:prstGeom prst="rect">
            <a:avLst/>
          </a:prstGeom>
        </p:spPr>
      </p:pic>
      <p:sp>
        <p:nvSpPr>
          <p:cNvPr id="9" name="Textplatzhalter 20">
            <a:extLst>
              <a:ext uri="{FF2B5EF4-FFF2-40B4-BE49-F238E27FC236}">
                <a16:creationId xmlns:a16="http://schemas.microsoft.com/office/drawing/2014/main" id="{DD2DD84B-0776-DAE4-487F-2C0A7A6A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Neue Folien hinzufügen</a:t>
            </a:r>
          </a:p>
        </p:txBody>
      </p: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11063F13-6179-23ED-C52E-D13BADB95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Hinweise zur Nutzung der Vorlagen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5AF2951-04BA-1974-D6A7-28740EA2BB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700"/>
          <a:stretch/>
        </p:blipFill>
        <p:spPr>
          <a:xfrm>
            <a:off x="928687" y="2489802"/>
            <a:ext cx="4124325" cy="273942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623A759-4C9F-4676-7E8D-BE564BC8A3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000"/>
          <a:stretch/>
        </p:blipFill>
        <p:spPr>
          <a:xfrm>
            <a:off x="5219700" y="2489802"/>
            <a:ext cx="4124325" cy="184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4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E7906E8-FD26-56E4-279F-C40AE4B2E65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sz="2000" dirty="0"/>
              <a:t>Bitte füllen Sie die Fußnote nach diesem Schema aus:</a:t>
            </a:r>
          </a:p>
          <a:p>
            <a:pPr lvl="1"/>
            <a:r>
              <a:rPr lang="de-DE" dirty="0"/>
              <a:t>Fakultät Beispiel | Max Müller | Beispielvorlesung</a:t>
            </a:r>
          </a:p>
          <a:p>
            <a:pPr lvl="1"/>
            <a:r>
              <a:rPr lang="de-DE" dirty="0"/>
              <a:t>Labor Beispiel | Max Müller | Beispielvortrag</a:t>
            </a:r>
          </a:p>
          <a:p>
            <a:endParaRPr lang="de-DE" sz="2000" dirty="0"/>
          </a:p>
          <a:p>
            <a:r>
              <a:rPr lang="de-DE" sz="2000" dirty="0"/>
              <a:t>Die Fußnote muss im </a:t>
            </a:r>
            <a:r>
              <a:rPr lang="de-DE" sz="2000" dirty="0" err="1"/>
              <a:t>Menüband</a:t>
            </a:r>
            <a:r>
              <a:rPr lang="de-DE" sz="2000" dirty="0"/>
              <a:t> geändert werden unter „Einfügen“ </a:t>
            </a:r>
            <a:r>
              <a:rPr lang="de-DE" sz="2000" dirty="0">
                <a:cs typeface="Calibri" panose="020F0502020204030204" pitchFamily="34" charset="0"/>
              </a:rPr>
              <a:t>→</a:t>
            </a:r>
          </a:p>
          <a:p>
            <a:pPr marL="0" indent="0">
              <a:buNone/>
            </a:pPr>
            <a:endParaRPr lang="de-DE" sz="2000" dirty="0">
              <a:cs typeface="Calibri" panose="020F0502020204030204" pitchFamily="34" charset="0"/>
            </a:endParaRPr>
          </a:p>
          <a:p>
            <a:r>
              <a:rPr lang="de-DE" sz="2000" dirty="0">
                <a:cs typeface="Calibri" panose="020F0502020204030204" pitchFamily="34" charset="0"/>
              </a:rPr>
              <a:t>Für alle übernehmen →</a:t>
            </a:r>
          </a:p>
          <a:p>
            <a:endParaRPr lang="de-DE" sz="2000" dirty="0"/>
          </a:p>
          <a:p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4764AD8-67C6-9204-CE8A-EA578FF533B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10964F4-6195-D32A-B263-1B3B4E82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48A7B1A-2777-5DCD-A400-850B22F30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843" y="2790083"/>
            <a:ext cx="746516" cy="927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80EAE18-30B0-50A0-E46B-D4C683367D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77" y="3662839"/>
            <a:ext cx="3795598" cy="238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B1396D93-4548-C10B-E4B4-1B3BC7734014}"/>
              </a:ext>
            </a:extLst>
          </p:cNvPr>
          <p:cNvSpPr/>
          <p:nvPr/>
        </p:nvSpPr>
        <p:spPr>
          <a:xfrm rot="5400000">
            <a:off x="5959013" y="5002343"/>
            <a:ext cx="1247775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986506C7-80B9-DBB0-55CA-9254908DD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050" y="1671002"/>
            <a:ext cx="3790950" cy="27622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880E536F-65BD-0CDF-D9D6-78C5048C94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Fußnoten für alle Folien übernehmen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9001A419-D3E3-9166-00BB-57E180EA76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Hinweise zur Nutzung der Vorlagen</a:t>
            </a:r>
          </a:p>
        </p:txBody>
      </p:sp>
    </p:spTree>
    <p:extLst>
      <p:ext uri="{BB962C8B-B14F-4D97-AF65-F5344CB8AC3E}">
        <p14:creationId xmlns:p14="http://schemas.microsoft.com/office/powerpoint/2010/main" val="182987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Himmel, Gebäude, Baum enthält.&#10;&#10;Automatisch generierte Beschreibung">
            <a:extLst>
              <a:ext uri="{FF2B5EF4-FFF2-40B4-BE49-F238E27FC236}">
                <a16:creationId xmlns:a16="http://schemas.microsoft.com/office/drawing/2014/main" id="{7083AB7E-8960-1554-A11A-A07626FC03E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72" r="26872"/>
          <a:stretch>
            <a:fillRect/>
          </a:stretch>
        </p:blipFill>
        <p:spPr/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3464CB-4599-D5C1-88E8-9FDC43F31E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Falls Sie Bilder für Ihre Präsentation benötigen, können Sie sich gerne im offiziellen Bilderpool bedienen.</a:t>
            </a:r>
          </a:p>
          <a:p>
            <a:r>
              <a:rPr lang="de-DE" dirty="0"/>
              <a:t>Diese Bilder stehen Ihnen hier zur Verfügung: </a:t>
            </a:r>
            <a:r>
              <a:rPr lang="de-DE" dirty="0">
                <a:hlinkClick r:id="rId3" action="ppaction://hlinkfile"/>
              </a:rPr>
              <a:t>H:\fh\Oeffentlichkeitsarbeit\PR Fotos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32E25C-178D-E0D6-4AE0-FBD5B9D329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 dirty="0" err="1"/>
              <a:t>bilderpool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AD218-A52F-4B45-C3C5-A67C92AC714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E0DED3-CFC7-81DA-9EBC-86EBF791E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7" name="Textplatzhalter 20">
            <a:extLst>
              <a:ext uri="{FF2B5EF4-FFF2-40B4-BE49-F238E27FC236}">
                <a16:creationId xmlns:a16="http://schemas.microsoft.com/office/drawing/2014/main" id="{08C94E1A-9864-A1B9-7386-CABF9B97B4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Imagebilder</a:t>
            </a:r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D015DC79-F560-63B1-428C-675FE0E7DC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Hinweise zur Nutzung der Vorlagen</a:t>
            </a:r>
          </a:p>
        </p:txBody>
      </p:sp>
    </p:spTree>
    <p:extLst>
      <p:ext uri="{BB962C8B-B14F-4D97-AF65-F5344CB8AC3E}">
        <p14:creationId xmlns:p14="http://schemas.microsoft.com/office/powerpoint/2010/main" val="227486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44C71E1-C737-36F9-3A8B-A74D6838E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Stabsstelle Kommunikation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84120A-9D60-30CD-C59B-7F78087A60E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B3087F-4DE3-72F9-8719-A24D9A700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2FEE6E9-FB82-27A6-BEE3-31B2B9B609F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/>
              <a:t>Bitte wenden Sie sich bei Fragen an uns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EC2CEE5-41D7-F73D-C7EA-2F3C98BDFD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931A21E-29BF-DC66-5F24-1061424F2F0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-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B130053-1223-86E8-DCCE-3712C94D790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99022" y="4562824"/>
            <a:ext cx="3566190" cy="430879"/>
          </a:xfrm>
        </p:spPr>
        <p:txBody>
          <a:bodyPr/>
          <a:lstStyle/>
          <a:p>
            <a:r>
              <a:rPr lang="de-DE" dirty="0"/>
              <a:t>kommunikation@oth-regensburg.de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A985701-5C0F-ADDD-3CF8-5AC0CE23505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de-DE" dirty="0" err="1"/>
              <a:t>Seybothstraße</a:t>
            </a:r>
            <a:r>
              <a:rPr lang="de-DE" dirty="0"/>
              <a:t> 2</a:t>
            </a:r>
          </a:p>
          <a:p>
            <a:r>
              <a:rPr lang="de-DE" dirty="0"/>
              <a:t>93053 Regensburg</a:t>
            </a:r>
          </a:p>
        </p:txBody>
      </p:sp>
    </p:spTree>
    <p:extLst>
      <p:ext uri="{BB962C8B-B14F-4D97-AF65-F5344CB8AC3E}">
        <p14:creationId xmlns:p14="http://schemas.microsoft.com/office/powerpoint/2010/main" val="302792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pe_x0020_Studierende xmlns="60ae07f9-c710-4147-a4bb-ffce3af5c857">Ja</Gruppe_x0020_Studierende>
    <D_x002d_Nr xmlns="60ae07f9-c710-4147-a4bb-ffce3af5c857">877</D_x002d_Nr>
    <Pr_x00fc_fer xmlns="60ae07f9-c710-4147-a4bb-ffce3af5c857">
      <UserInfo>
        <DisplayName>Alisa Weinhold</DisplayName>
        <AccountId>2567</AccountId>
        <AccountType/>
      </UserInfo>
    </Pr_x00fc_fer>
    <Freigeber xmlns="60ae07f9-c710-4147-a4bb-ffce3af5c857">
      <UserInfo>
        <DisplayName>Alisa Weinhold</DisplayName>
        <AccountId>2567</AccountId>
        <AccountType/>
      </UserInfo>
    </Freigeber>
    <Automatische_x002d_DNR_x002d_Vergabe xmlns="60ae07f9-c710-4147-a4bb-ffce3af5c857">
      <Url>https://sp.hs-regensburg.de/QuO/QuD-Portal/_layouts/15/wrkstat.aspx?List=60ae07f9-c710-4147-a4bb-ffce3af5c857&amp;WorkflowInstanceName=7fa47e2f-ff6c-486f-ae26-8019bf8eda4c</Url>
      <Description>Stufe 1</Description>
    </Automatische_x002d_DNR_x002d_Vergabe>
    <IconOverlay xmlns="http://schemas.microsoft.com/sharepoint/v4" xsi:nil="true"/>
    <Bezeichnung xmlns="60ae07f9-c710-4147-a4bb-ffce3af5c857">Hochschulpräsentation OTH Regensburg</Bezeichnung>
    <Dokumentenart0 xmlns="60ae07f9-c710-4147-a4bb-ffce3af5c857">Allgemeine Information</Dokumentenart0>
    <Ersteller xmlns="60ae07f9-c710-4147-a4bb-ffce3af5c857">
      <UserInfo>
        <DisplayName>Guelay Sahil</DisplayName>
        <AccountId>240</AccountId>
        <AccountType/>
      </UserInfo>
    </Ersteller>
    <Ausgabedatum xmlns="60ae07f9-c710-4147-a4bb-ffce3af5c857">2024-06-11T22:00:00+00:00</Ausgabedatum>
    <G_x00fc_ltig_x0020_bis xmlns="60ae07f9-c710-4147-a4bb-ffce3af5c857">2026-06-11T22:00:00+00:00</G_x00fc_ltig_x0020_bis>
    <Verantwortlich xmlns="60ae07f9-c710-4147-a4bb-ffce3af5c857">Kom</Verantwortlich>
    <Dokumentenart xmlns="60ae07f9-c710-4147-a4bb-ffce3af5c857">Kommunikation</Dokumentenart>
    <_dlc_DocId xmlns="44449387-be1d-4a23-a037-6363c2cb9483">MJAR55X3VR3P-1995469596-877</_dlc_DocId>
    <_dlc_DocIdUrl xmlns="44449387-be1d-4a23-a037-6363c2cb9483">
      <Url>https://sp.hs-regensburg.de/QuO/QuD-Portal/_layouts/15/DocIdRedir.aspx?ID=MJAR55X3VR3P-1995469596-877</Url>
      <Description>MJAR55X3VR3P-1995469596-877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7B14DE6374884BB9584889D35A57C4" ma:contentTypeVersion="17" ma:contentTypeDescription="Ein neues Dokument erstellen." ma:contentTypeScope="" ma:versionID="800ed669ab68f0f1d52426f530ff68a6">
  <xsd:schema xmlns:xsd="http://www.w3.org/2001/XMLSchema" xmlns:xs="http://www.w3.org/2001/XMLSchema" xmlns:p="http://schemas.microsoft.com/office/2006/metadata/properties" xmlns:ns1="60ae07f9-c710-4147-a4bb-ffce3af5c857" xmlns:ns3="44449387-be1d-4a23-a037-6363c2cb9483" xmlns:ns4="http://schemas.microsoft.com/sharepoint/v4" xmlns:ns5="b4925834-f9db-4428-ab6a-226ee0e4aea1" targetNamespace="http://schemas.microsoft.com/office/2006/metadata/properties" ma:root="true" ma:fieldsID="7bb25a981d2e48f5234b38d00e199000" ns1:_="" ns3:_="" ns4:_="" ns5:_="">
    <xsd:import namespace="60ae07f9-c710-4147-a4bb-ffce3af5c857"/>
    <xsd:import namespace="44449387-be1d-4a23-a037-6363c2cb9483"/>
    <xsd:import namespace="http://schemas.microsoft.com/sharepoint/v4"/>
    <xsd:import namespace="b4925834-f9db-4428-ab6a-226ee0e4aea1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D_x002d_Nr" minOccurs="0"/>
                <xsd:element ref="ns1:Automatische_x002d_DNR_x002d_Vergabe" minOccurs="0"/>
                <xsd:element ref="ns1:Gruppe_x0020_Studierende" minOccurs="0"/>
                <xsd:element ref="ns5:SharedWithUsers" minOccurs="0"/>
                <xsd:element ref="ns5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e07f9-c710-4147-a4bb-ffce3af5c85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ASC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WW"/>
        </xsd:restriction>
      </xsd:simpleType>
    </xsd:element>
    <xsd:element name="Dokumentenart" ma:index="2" nillable="true" ma:displayName="Ordnerzuordnung" ma:format="Dropdown" ma:internalName="Dokumentenart">
      <xsd:simpleType>
        <xsd:restriction base="dms:Choice">
          <xsd:enumeration value="Hochschulsteuerung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Finanzen"/>
          <xsd:enumeration value="Technischer Betrieb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Rechenzentrum"/>
        </xsd:restriction>
      </xsd:simpleType>
    </xsd:element>
    <xsd:element name="Bezeichnung" ma:index="4" nillable="true" ma:displayName="Bezeichnung" ma:internalName="Bezeichnung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>
      <xsd:simpleType>
        <xsd:restriction base="dms:DateTime"/>
      </xsd:simpleType>
    </xsd:element>
    <xsd:element name="Ersteller" ma:index="8" nillable="true" ma:displayName="Erstellung" ma:list="UserInfo" ma:SharePointGroup="0" ma:internalName="Erstell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SharePointGroup="0" ma:internalName="Pr_x00fc_f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SharePointGroup="0" ma:internalName="Freigeb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_x002d_Nr" ma:index="21" nillable="true" ma:displayName="D-Nr" ma:indexed="true" ma:internalName="D_x002d_Nr">
      <xsd:simpleType>
        <xsd:restriction base="dms:Text">
          <xsd:maxLength value="255"/>
        </xsd:restriction>
      </xsd:simpleType>
    </xsd:element>
    <xsd:element name="Automatische_x002d_DNR_x002d_Vergabe" ma:index="22" nillable="true" ma:displayName="Automatische-DNR-Vergabe" ma:format="Hyperlink" ma:internalName="Automatische_x002d_DNR_x002d_Vergab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Gruppe_x0020_Studierende" ma:index="23" nillable="true" ma:displayName="Gruppe Studierende" ma:format="RadioButtons" ma:internalName="Gruppe_x0020_Studierende">
      <xsd:simpleType>
        <xsd:restriction base="dms:Choice">
          <xsd:enumeration value="Ja"/>
          <xsd:enumeration value="Nei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49387-be1d-4a23-a037-6363c2cb9483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25834-f9db-4428-ab6a-226ee0e4aea1" elementFormDefault="qualified">
    <xsd:import namespace="http://schemas.microsoft.com/office/2006/documentManagement/types"/>
    <xsd:import namespace="http://schemas.microsoft.com/office/infopath/2007/PartnerControls"/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2356504-F539-424F-9E83-9400624CC88E}">
  <ds:schemaRefs>
    <ds:schemaRef ds:uri="http://purl.org/dc/elements/1.1/"/>
    <ds:schemaRef ds:uri="60ae07f9-c710-4147-a4bb-ffce3af5c857"/>
    <ds:schemaRef ds:uri="http://schemas.microsoft.com/sharepoint/v4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b4925834-f9db-4428-ab6a-226ee0e4aea1"/>
    <ds:schemaRef ds:uri="44449387-be1d-4a23-a037-6363c2cb948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1E7C518-575A-438D-88F2-9F0F37EA1979}"/>
</file>

<file path=customXml/itemProps3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DEF2600-C0D0-4D9D-9699-9EA42F4EBD0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Breitbild</PresentationFormat>
  <Paragraphs>51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Lucida Sans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Vanessa Jaksic</cp:lastModifiedBy>
  <cp:revision>58</cp:revision>
  <dcterms:created xsi:type="dcterms:W3CDTF">2023-07-23T18:15:39Z</dcterms:created>
  <dcterms:modified xsi:type="dcterms:W3CDTF">2024-06-12T09:32:23Z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0x010100C57B14DE6374884BB9584889D35A57C4</vt:lpwstr>
  </property>
  <property fmtid="{D5CDD505-2E9C-101B-9397-08002B2CF9AE}" pid="3" name="MediaServiceImageTags">
    <vt:lpwstr/>
  </property>
  <property fmtid="{D5CDD505-2E9C-101B-9397-08002B2CF9AE}" pid="4" name="_dlc_DocIdItemGuid">
    <vt:lpwstr>9b3a7489-8eca-4384-a840-131c6d7afcf1</vt:lpwstr>
  </property>
</Properties>
</file>